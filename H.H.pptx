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ppt/slideLayouts/slideLayout17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  <Override PartName="/docProps/custom.xml" ContentType="application/vnd.openxmlformats-officedocument.custom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5" Type="http://schemas.openxmlformats.org/officeDocument/2006/relationships/custom-properties" Target="docProps/custom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60" r:id="rId1"/>
  </p:sldMasterIdLst>
  <p:notesMasterIdLst>
    <p:notesMasterId r:id="rId10"/>
  </p:notesMasterIdLst>
  <p:sldIdLst>
    <p:sldId id="256" r:id="rId2"/>
    <p:sldId id="261" r:id="rId3"/>
    <p:sldId id="257" r:id="rId4"/>
    <p:sldId id="264" r:id="rId5"/>
    <p:sldId id="258" r:id="rId6"/>
    <p:sldId id="260" r:id="rId7"/>
    <p:sldId id="263" r:id="rId8"/>
    <p:sldId id="265" r:id="rId9"/>
  </p:sldIdLst>
  <p:sldSz cx="12192000" cy="6858000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8920"/>
    <p:restoredTop sz="94687"/>
  </p:normalViewPr>
  <p:slideViewPr>
    <p:cSldViewPr snapToGrid="0" snapToObjects="1">
      <p:cViewPr varScale="1">
        <p:scale>
          <a:sx n="104" d="100"/>
          <a:sy n="104" d="100"/>
        </p:scale>
        <p:origin x="704" y="208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theme" Target="theme/theme1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viewProps" Target="viewProp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presProps" Target="presProps.xml"/><Relationship Id="rId5" Type="http://schemas.openxmlformats.org/officeDocument/2006/relationships/slide" Target="slides/slide4.xml"/><Relationship Id="rId10" Type="http://schemas.openxmlformats.org/officeDocument/2006/relationships/notesMaster" Target="notesMasters/notesMaster1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F96D9391-8EEF-F344-B559-EBA44D57364B}" type="datetimeFigureOut">
              <a:rPr lang="en-US" smtClean="0"/>
              <a:t>1/20/22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6F2808A1-7FB0-8F49-B170-232F56A12191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758202810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F2808A1-7FB0-8F49-B170-232F56A12191}" type="slidenum">
              <a:rPr lang="en-US" smtClean="0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65525783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F2808A1-7FB0-8F49-B170-232F56A12191}" type="slidenum">
              <a:rPr lang="en-US" smtClean="0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12495728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F2808A1-7FB0-8F49-B170-232F56A12191}" type="slidenum">
              <a:rPr lang="en-US" smtClean="0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082653303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png"/><Relationship Id="rId2" Type="http://schemas.openxmlformats.org/officeDocument/2006/relationships/image" Target="../media/image5.png"/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7" name="Group 6"/>
          <p:cNvGrpSpPr/>
          <p:nvPr/>
        </p:nvGrpSpPr>
        <p:grpSpPr>
          <a:xfrm>
            <a:off x="-16934" y="0"/>
            <a:ext cx="12231160" cy="6856214"/>
            <a:chOff x="-16934" y="0"/>
            <a:chExt cx="12231160" cy="6856214"/>
          </a:xfrm>
        </p:grpSpPr>
        <p:pic>
          <p:nvPicPr>
            <p:cNvPr id="16" name="Picture 15" descr="HD-PanelTitleR1.png"/>
            <p:cNvPicPr>
              <a:picLocks noChangeAspect="1"/>
            </p:cNvPicPr>
            <p:nvPr/>
          </p:nvPicPr>
          <p:blipFill>
            <a:blip r:embed="rId2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0" y="0"/>
              <a:ext cx="12188825" cy="6856214"/>
            </a:xfrm>
            <a:prstGeom prst="rect">
              <a:avLst/>
            </a:prstGeom>
          </p:spPr>
        </p:pic>
        <p:sp>
          <p:nvSpPr>
            <p:cNvPr id="26" name="Rectangle 25"/>
            <p:cNvSpPr/>
            <p:nvPr/>
          </p:nvSpPr>
          <p:spPr>
            <a:xfrm>
              <a:off x="2328332" y="1540931"/>
              <a:ext cx="7543802" cy="3835401"/>
            </a:xfrm>
            <a:prstGeom prst="rect">
              <a:avLst/>
            </a:prstGeom>
            <a:noFill/>
            <a:ln w="15875">
              <a:miter lim="800000"/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pic>
          <p:nvPicPr>
            <p:cNvPr id="17" name="Picture 16" descr="HDRibbonTitle-UniformTrim.png"/>
            <p:cNvPicPr>
              <a:picLocks noChangeAspect="1"/>
            </p:cNvPicPr>
            <p:nvPr/>
          </p:nvPicPr>
          <p:blipFill rotWithShape="1">
            <a:blip r:embed="rId3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/>
          </p:blipFill>
          <p:spPr>
            <a:xfrm>
              <a:off x="-16934" y="3147609"/>
              <a:ext cx="2478024" cy="612648"/>
            </a:xfrm>
            <a:prstGeom prst="rect">
              <a:avLst/>
            </a:prstGeom>
          </p:spPr>
        </p:pic>
        <p:pic>
          <p:nvPicPr>
            <p:cNvPr id="20" name="Picture 19" descr="HDRibbonTitle-UniformTrim.png"/>
            <p:cNvPicPr>
              <a:picLocks noChangeAspect="1"/>
            </p:cNvPicPr>
            <p:nvPr/>
          </p:nvPicPr>
          <p:blipFill rotWithShape="1">
            <a:blip r:embed="rId3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/>
          </p:blipFill>
          <p:spPr>
            <a:xfrm>
              <a:off x="9736202" y="3147609"/>
              <a:ext cx="2478024" cy="612648"/>
            </a:xfrm>
            <a:prstGeom prst="rect">
              <a:avLst/>
            </a:prstGeom>
          </p:spPr>
        </p:pic>
      </p:grpSp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2692398" y="1871131"/>
            <a:ext cx="6815669" cy="1515533"/>
          </a:xfrm>
        </p:spPr>
        <p:txBody>
          <a:bodyPr anchor="b">
            <a:noAutofit/>
          </a:bodyPr>
          <a:lstStyle>
            <a:lvl1pPr algn="ctr">
              <a:defRPr sz="5400">
                <a:effectLst/>
              </a:defRPr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2692398" y="3657597"/>
            <a:ext cx="6815669" cy="1320802"/>
          </a:xfrm>
        </p:spPr>
        <p:txBody>
          <a:bodyPr anchor="t">
            <a:normAutofit/>
          </a:bodyPr>
          <a:lstStyle>
            <a:lvl1pPr marL="0" indent="0" algn="ctr">
              <a:buNone/>
              <a:defRPr sz="2100">
                <a:solidFill>
                  <a:schemeClr val="tx1"/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7983232" y="5037663"/>
            <a:ext cx="897467" cy="279400"/>
          </a:xfrm>
        </p:spPr>
        <p:txBody>
          <a:bodyPr/>
          <a:lstStyle/>
          <a:p>
            <a:fld id="{5E72A812-CD60-B443-A512-1F747440748B}" type="datetimeFigureOut">
              <a:rPr lang="en-US" smtClean="0"/>
              <a:t>1/20/22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2692397" y="5037663"/>
            <a:ext cx="5214635" cy="279400"/>
          </a:xfrm>
        </p:spPr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8956900" y="5037663"/>
            <a:ext cx="551167" cy="279400"/>
          </a:xfrm>
        </p:spPr>
        <p:txBody>
          <a:bodyPr/>
          <a:lstStyle/>
          <a:p>
            <a:fld id="{53495C44-1B5A-8249-A74B-F02E3F79C53F}" type="slidenum">
              <a:rPr lang="en-US" smtClean="0"/>
              <a:t>‹#›</a:t>
            </a:fld>
            <a:endParaRPr lang="en-US"/>
          </a:p>
        </p:txBody>
      </p:sp>
      <p:cxnSp>
        <p:nvCxnSpPr>
          <p:cNvPr id="15" name="Straight Connector 14"/>
          <p:cNvCxnSpPr/>
          <p:nvPr/>
        </p:nvCxnSpPr>
        <p:spPr>
          <a:xfrm>
            <a:off x="2692399" y="3522131"/>
            <a:ext cx="6815668" cy="0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20434421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7" name="Straight Connector 6"/>
          <p:cNvCxnSpPr/>
          <p:nvPr/>
        </p:nvCxnSpPr>
        <p:spPr>
          <a:xfrm>
            <a:off x="1396169" y="2421466"/>
            <a:ext cx="9407298" cy="0"/>
          </a:xfrm>
          <a:prstGeom prst="line">
            <a:avLst/>
          </a:prstGeom>
          <a:ln w="15875"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E72A812-CD60-B443-A512-1F747440748B}" type="datetimeFigureOut">
              <a:rPr lang="en-US" smtClean="0"/>
              <a:t>1/20/22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3495C44-1B5A-8249-A74B-F02E3F79C53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34896600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015069" y="1752606"/>
            <a:ext cx="8158688" cy="1822514"/>
          </a:xfrm>
        </p:spPr>
        <p:txBody>
          <a:bodyPr anchor="b">
            <a:normAutofit/>
          </a:bodyPr>
          <a:lstStyle>
            <a:lvl1pPr algn="ctr">
              <a:defRPr sz="4400" b="0" cap="none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2015067" y="3846051"/>
            <a:ext cx="8158690" cy="954547"/>
          </a:xfrm>
        </p:spPr>
        <p:txBody>
          <a:bodyPr anchor="t">
            <a:normAutofit/>
          </a:bodyPr>
          <a:lstStyle>
            <a:lvl1pPr marL="0" indent="0" algn="ctr">
              <a:buNone/>
              <a:defRPr sz="2400">
                <a:solidFill>
                  <a:schemeClr val="tx1"/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E72A812-CD60-B443-A512-1F747440748B}" type="datetimeFigureOut">
              <a:rPr lang="en-US" smtClean="0"/>
              <a:t>1/20/22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3495C44-1B5A-8249-A74B-F02E3F79C53F}" type="slidenum">
              <a:rPr lang="en-US" smtClean="0"/>
              <a:t>‹#›</a:t>
            </a:fld>
            <a:endParaRPr lang="en-US"/>
          </a:p>
        </p:txBody>
      </p:sp>
      <p:cxnSp>
        <p:nvCxnSpPr>
          <p:cNvPr id="16" name="Straight Connector 15"/>
          <p:cNvCxnSpPr/>
          <p:nvPr/>
        </p:nvCxnSpPr>
        <p:spPr>
          <a:xfrm>
            <a:off x="2012723" y="3710585"/>
            <a:ext cx="8163380" cy="0"/>
          </a:xfrm>
          <a:prstGeom prst="line">
            <a:avLst/>
          </a:prstGeom>
          <a:ln w="15875"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4210310557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8" name="Straight Connector 7"/>
          <p:cNvCxnSpPr/>
          <p:nvPr/>
        </p:nvCxnSpPr>
        <p:spPr>
          <a:xfrm>
            <a:off x="1396169" y="2421466"/>
            <a:ext cx="9407298" cy="0"/>
          </a:xfrm>
          <a:prstGeom prst="line">
            <a:avLst/>
          </a:prstGeom>
          <a:ln w="15875"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1298448" y="2560320"/>
            <a:ext cx="4718304" cy="3310128"/>
          </a:xfrm>
        </p:spPr>
        <p:txBody>
          <a:bodyPr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181344" y="2560320"/>
            <a:ext cx="4718304" cy="3310128"/>
          </a:xfrm>
        </p:spPr>
        <p:txBody>
          <a:bodyPr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E72A812-CD60-B443-A512-1F747440748B}" type="datetimeFigureOut">
              <a:rPr lang="en-US" smtClean="0"/>
              <a:t>1/20/22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3495C44-1B5A-8249-A74B-F02E3F79C53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03606363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295400" y="2658533"/>
            <a:ext cx="4718304" cy="576262"/>
          </a:xfrm>
        </p:spPr>
        <p:txBody>
          <a:bodyPr anchor="b">
            <a:noAutofit/>
          </a:bodyPr>
          <a:lstStyle>
            <a:lvl1pPr marL="0" indent="0">
              <a:spcBef>
                <a:spcPts val="672"/>
              </a:spcBef>
              <a:spcAft>
                <a:spcPts val="600"/>
              </a:spcAft>
              <a:buNone/>
              <a:defRPr sz="2800" b="0">
                <a:solidFill>
                  <a:schemeClr val="accent1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1295400" y="3243262"/>
            <a:ext cx="4718304" cy="2632605"/>
          </a:xfrm>
        </p:spPr>
        <p:txBody>
          <a:bodyPr anchor="t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6180670" y="2658533"/>
            <a:ext cx="4718304" cy="576262"/>
          </a:xfrm>
        </p:spPr>
        <p:txBody>
          <a:bodyPr anchor="b">
            <a:noAutofit/>
          </a:bodyPr>
          <a:lstStyle>
            <a:lvl1pPr marL="0" indent="0">
              <a:spcBef>
                <a:spcPts val="672"/>
              </a:spcBef>
              <a:spcAft>
                <a:spcPts val="600"/>
              </a:spcAft>
              <a:buNone/>
              <a:defRPr sz="2800" b="0">
                <a:solidFill>
                  <a:schemeClr val="accent1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6180670" y="3243262"/>
            <a:ext cx="4718304" cy="2632605"/>
          </a:xfrm>
        </p:spPr>
        <p:txBody>
          <a:bodyPr anchor="t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E72A812-CD60-B443-A512-1F747440748B}" type="datetimeFigureOut">
              <a:rPr lang="en-US" smtClean="0"/>
              <a:t>1/20/22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3495C44-1B5A-8249-A74B-F02E3F79C53F}" type="slidenum">
              <a:rPr lang="en-US" smtClean="0"/>
              <a:t>‹#›</a:t>
            </a:fld>
            <a:endParaRPr lang="en-US"/>
          </a:p>
        </p:txBody>
      </p:sp>
      <p:cxnSp>
        <p:nvCxnSpPr>
          <p:cNvPr id="18" name="Straight Connector 17"/>
          <p:cNvCxnSpPr/>
          <p:nvPr/>
        </p:nvCxnSpPr>
        <p:spPr>
          <a:xfrm>
            <a:off x="1396169" y="2421466"/>
            <a:ext cx="9407298" cy="0"/>
          </a:xfrm>
          <a:prstGeom prst="line">
            <a:avLst/>
          </a:prstGeom>
          <a:ln w="15875"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4245695575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E72A812-CD60-B443-A512-1F747440748B}" type="datetimeFigureOut">
              <a:rPr lang="en-US" smtClean="0"/>
              <a:t>1/20/22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3495C44-1B5A-8249-A74B-F02E3F79C53F}" type="slidenum">
              <a:rPr lang="en-US" smtClean="0"/>
              <a:t>‹#›</a:t>
            </a:fld>
            <a:endParaRPr lang="en-US"/>
          </a:p>
        </p:txBody>
      </p:sp>
      <p:cxnSp>
        <p:nvCxnSpPr>
          <p:cNvPr id="14" name="Straight Connector 13"/>
          <p:cNvCxnSpPr/>
          <p:nvPr/>
        </p:nvCxnSpPr>
        <p:spPr>
          <a:xfrm>
            <a:off x="1396169" y="2421466"/>
            <a:ext cx="9407298" cy="0"/>
          </a:xfrm>
          <a:prstGeom prst="line">
            <a:avLst/>
          </a:prstGeom>
          <a:ln w="15875"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35457074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E72A812-CD60-B443-A512-1F747440748B}" type="datetimeFigureOut">
              <a:rPr lang="en-US" smtClean="0"/>
              <a:t>1/20/22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3495C44-1B5A-8249-A74B-F02E3F79C53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79316674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293811" y="1388534"/>
            <a:ext cx="3718455" cy="1371600"/>
          </a:xfrm>
        </p:spPr>
        <p:txBody>
          <a:bodyPr anchor="b">
            <a:normAutofit/>
          </a:bodyPr>
          <a:lstStyle>
            <a:lvl1pPr algn="ctr">
              <a:defRPr sz="2400" b="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5418668" y="982131"/>
            <a:ext cx="5469466" cy="4893735"/>
          </a:xfrm>
        </p:spPr>
        <p:txBody>
          <a:bodyPr anchor="ctr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293811" y="3031065"/>
            <a:ext cx="3718455" cy="2438404"/>
          </a:xfrm>
        </p:spPr>
        <p:txBody>
          <a:bodyPr anchor="t">
            <a:normAutofit/>
          </a:bodyPr>
          <a:lstStyle>
            <a:lvl1pPr marL="0" indent="0" algn="ctr">
              <a:buNone/>
              <a:defRPr sz="16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E72A812-CD60-B443-A512-1F747440748B}" type="datetimeFigureOut">
              <a:rPr lang="en-US" smtClean="0"/>
              <a:t>1/20/22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3495C44-1B5A-8249-A74B-F02E3F79C53F}" type="slidenum">
              <a:rPr lang="en-US" smtClean="0"/>
              <a:t>‹#›</a:t>
            </a:fld>
            <a:endParaRPr lang="en-US"/>
          </a:p>
        </p:txBody>
      </p:sp>
      <p:cxnSp>
        <p:nvCxnSpPr>
          <p:cNvPr id="16" name="Straight Connector 15"/>
          <p:cNvCxnSpPr/>
          <p:nvPr/>
        </p:nvCxnSpPr>
        <p:spPr>
          <a:xfrm>
            <a:off x="1396169" y="2912533"/>
            <a:ext cx="3514498" cy="0"/>
          </a:xfrm>
          <a:prstGeom prst="line">
            <a:avLst/>
          </a:prstGeom>
          <a:ln w="15875"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2144216956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295399" y="1883832"/>
            <a:ext cx="6241816" cy="1371600"/>
          </a:xfrm>
        </p:spPr>
        <p:txBody>
          <a:bodyPr anchor="b">
            <a:normAutofit/>
          </a:bodyPr>
          <a:lstStyle>
            <a:lvl1pPr algn="ctr">
              <a:defRPr sz="2800" b="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17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8094831" y="1041400"/>
            <a:ext cx="3063347" cy="4775200"/>
          </a:xfrm>
          <a:prstGeom prst="roundRect">
            <a:avLst>
              <a:gd name="adj" fmla="val 0"/>
            </a:avLst>
          </a:prstGeom>
          <a:ln w="57150" cmpd="thickThin">
            <a:solidFill>
              <a:schemeClr val="tx1">
                <a:lumMod val="50000"/>
                <a:lumOff val="50000"/>
              </a:schemeClr>
            </a:solidFill>
            <a:miter lim="800000"/>
          </a:ln>
          <a:effectLst>
            <a:innerShdw blurRad="57150" dist="38100" dir="14460000">
              <a:srgbClr val="000000">
                <a:alpha val="70000"/>
              </a:srgbClr>
            </a:innerShdw>
          </a:effectLst>
        </p:spPr>
        <p:txBody>
          <a:bodyPr anchor="t">
            <a:normAutofit/>
          </a:bodyPr>
          <a:lstStyle>
            <a:lvl1pPr marL="0" indent="0" algn="ctr">
              <a:buNone/>
              <a:defRPr sz="1600"/>
            </a:lvl1pPr>
            <a:lvl2pPr marL="457200" indent="0">
              <a:buNone/>
              <a:defRPr sz="1600"/>
            </a:lvl2pPr>
            <a:lvl3pPr marL="914400" indent="0">
              <a:buNone/>
              <a:defRPr sz="1600"/>
            </a:lvl3pPr>
            <a:lvl4pPr marL="1371600" indent="0">
              <a:buNone/>
              <a:defRPr sz="1600"/>
            </a:lvl4pPr>
            <a:lvl5pPr marL="1828800" indent="0">
              <a:buNone/>
              <a:defRPr sz="1600"/>
            </a:lvl5pPr>
            <a:lvl6pPr marL="2286000" indent="0">
              <a:buNone/>
              <a:defRPr sz="1600"/>
            </a:lvl6pPr>
            <a:lvl7pPr marL="2743200" indent="0">
              <a:buNone/>
              <a:defRPr sz="1600"/>
            </a:lvl7pPr>
            <a:lvl8pPr marL="3200400" indent="0">
              <a:buNone/>
              <a:defRPr sz="1600"/>
            </a:lvl8pPr>
            <a:lvl9pPr marL="3657600" indent="0">
              <a:buNone/>
              <a:defRPr sz="1600"/>
            </a:lvl9pPr>
          </a:lstStyle>
          <a:p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295399" y="3255432"/>
            <a:ext cx="6241816" cy="1828800"/>
          </a:xfrm>
        </p:spPr>
        <p:txBody>
          <a:bodyPr anchor="t">
            <a:normAutofit/>
          </a:bodyPr>
          <a:lstStyle>
            <a:lvl1pPr marL="0" indent="0" algn="ctr">
              <a:buNone/>
              <a:defRPr sz="18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E72A812-CD60-B443-A512-1F747440748B}" type="datetimeFigureOut">
              <a:rPr lang="en-US" smtClean="0"/>
              <a:t>1/20/22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3495C44-1B5A-8249-A74B-F02E3F79C53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239901374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Panoramic 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295401" y="4815415"/>
            <a:ext cx="9609666" cy="566738"/>
          </a:xfrm>
        </p:spPr>
        <p:txBody>
          <a:bodyPr anchor="b">
            <a:normAutofit/>
          </a:bodyPr>
          <a:lstStyle>
            <a:lvl1pPr algn="ctr">
              <a:defRPr sz="2400" b="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1041427" y="1041399"/>
            <a:ext cx="10105972" cy="3335869"/>
          </a:xfrm>
          <a:prstGeom prst="roundRect">
            <a:avLst>
              <a:gd name="adj" fmla="val 0"/>
            </a:avLst>
          </a:prstGeom>
          <a:ln w="57150" cmpd="thickThin">
            <a:solidFill>
              <a:schemeClr val="tx1">
                <a:lumMod val="50000"/>
                <a:lumOff val="50000"/>
              </a:schemeClr>
            </a:solidFill>
            <a:miter lim="800000"/>
          </a:ln>
          <a:effectLst>
            <a:innerShdw blurRad="57150" dist="38100" dir="14460000">
              <a:srgbClr val="000000">
                <a:alpha val="70000"/>
              </a:srgbClr>
            </a:innerShdw>
          </a:effectLst>
        </p:spPr>
        <p:txBody>
          <a:bodyPr anchor="t">
            <a:normAutofit/>
          </a:bodyPr>
          <a:lstStyle>
            <a:lvl1pPr marL="0" indent="0" algn="ctr">
              <a:buNone/>
              <a:defRPr sz="1600"/>
            </a:lvl1pPr>
            <a:lvl2pPr marL="457200" indent="0">
              <a:buNone/>
              <a:defRPr sz="1600"/>
            </a:lvl2pPr>
            <a:lvl3pPr marL="914400" indent="0">
              <a:buNone/>
              <a:defRPr sz="1600"/>
            </a:lvl3pPr>
            <a:lvl4pPr marL="1371600" indent="0">
              <a:buNone/>
              <a:defRPr sz="1600"/>
            </a:lvl4pPr>
            <a:lvl5pPr marL="1828800" indent="0">
              <a:buNone/>
              <a:defRPr sz="1600"/>
            </a:lvl5pPr>
            <a:lvl6pPr marL="2286000" indent="0">
              <a:buNone/>
              <a:defRPr sz="1600"/>
            </a:lvl6pPr>
            <a:lvl7pPr marL="2743200" indent="0">
              <a:buNone/>
              <a:defRPr sz="1600"/>
            </a:lvl7pPr>
            <a:lvl8pPr marL="3200400" indent="0">
              <a:buNone/>
              <a:defRPr sz="1600"/>
            </a:lvl8pPr>
            <a:lvl9pPr marL="3657600" indent="0">
              <a:buNone/>
              <a:defRPr sz="1600"/>
            </a:lvl9pPr>
          </a:lstStyle>
          <a:p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295401" y="5382153"/>
            <a:ext cx="9609666" cy="493712"/>
          </a:xfrm>
        </p:spPr>
        <p:txBody>
          <a:bodyPr>
            <a:normAutofit/>
          </a:bodyPr>
          <a:lstStyle>
            <a:lvl1pPr marL="0" indent="0" algn="ctr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E72A812-CD60-B443-A512-1F747440748B}" type="datetimeFigureOut">
              <a:rPr lang="en-US" smtClean="0"/>
              <a:t>1/20/22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3495C44-1B5A-8249-A74B-F02E3F79C53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06505986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itle and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303868" y="982132"/>
            <a:ext cx="9592732" cy="2954868"/>
          </a:xfrm>
        </p:spPr>
        <p:txBody>
          <a:bodyPr anchor="ctr">
            <a:normAutofit/>
          </a:bodyPr>
          <a:lstStyle>
            <a:lvl1pPr algn="ctr">
              <a:defRPr sz="3200" b="0" cap="none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303868" y="4343399"/>
            <a:ext cx="9592732" cy="1532467"/>
          </a:xfrm>
        </p:spPr>
        <p:txBody>
          <a:bodyPr anchor="ctr">
            <a:normAutofit/>
          </a:bodyPr>
          <a:lstStyle>
            <a:lvl1pPr marL="0" indent="0" algn="ctr">
              <a:buNone/>
              <a:defRPr sz="2000">
                <a:solidFill>
                  <a:schemeClr val="tx1"/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E72A812-CD60-B443-A512-1F747440748B}" type="datetimeFigureOut">
              <a:rPr lang="en-US" smtClean="0"/>
              <a:t>1/20/22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3495C44-1B5A-8249-A74B-F02E3F79C53F}" type="slidenum">
              <a:rPr lang="en-US" smtClean="0"/>
              <a:t>‹#›</a:t>
            </a:fld>
            <a:endParaRPr lang="en-US"/>
          </a:p>
        </p:txBody>
      </p:sp>
      <p:cxnSp>
        <p:nvCxnSpPr>
          <p:cNvPr id="15" name="Straight Connector 14"/>
          <p:cNvCxnSpPr/>
          <p:nvPr/>
        </p:nvCxnSpPr>
        <p:spPr>
          <a:xfrm>
            <a:off x="1396169" y="4140199"/>
            <a:ext cx="9407298" cy="0"/>
          </a:xfrm>
          <a:prstGeom prst="line">
            <a:avLst/>
          </a:prstGeom>
          <a:ln w="15875"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447622814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Quot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446213" y="982132"/>
            <a:ext cx="9296398" cy="2370668"/>
          </a:xfrm>
        </p:spPr>
        <p:txBody>
          <a:bodyPr anchor="ctr">
            <a:normAutofit/>
          </a:bodyPr>
          <a:lstStyle>
            <a:lvl1pPr algn="ctr">
              <a:defRPr sz="3200" b="0" cap="none">
                <a:solidFill>
                  <a:schemeClr val="tx1"/>
                </a:solidFill>
              </a:defRPr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10" name="Text Placeholder 9"/>
          <p:cNvSpPr>
            <a:spLocks noGrp="1"/>
          </p:cNvSpPr>
          <p:nvPr>
            <p:ph type="body" sz="quarter" idx="13"/>
          </p:nvPr>
        </p:nvSpPr>
        <p:spPr>
          <a:xfrm>
            <a:off x="1674812" y="3352800"/>
            <a:ext cx="8839202" cy="584200"/>
          </a:xfrm>
        </p:spPr>
        <p:txBody>
          <a:bodyPr anchor="ctr">
            <a:normAutofit/>
          </a:bodyPr>
          <a:lstStyle>
            <a:lvl1pPr marL="0" indent="0" algn="r">
              <a:buFontTx/>
              <a:buNone/>
              <a:defRPr sz="2000"/>
            </a:lvl1pPr>
            <a:lvl2pPr marL="457200" indent="0">
              <a:buFontTx/>
              <a:buNone/>
              <a:defRPr/>
            </a:lvl2pPr>
            <a:lvl3pPr marL="914400" indent="0">
              <a:buFontTx/>
              <a:buNone/>
              <a:defRPr/>
            </a:lvl3pPr>
            <a:lvl4pPr marL="1371600" indent="0">
              <a:buFontTx/>
              <a:buNone/>
              <a:defRPr/>
            </a:lvl4pPr>
            <a:lvl5pPr marL="1828800" indent="0">
              <a:buFontTx/>
              <a:buNone/>
              <a:defRPr/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295401" y="4343399"/>
            <a:ext cx="9609666" cy="1532467"/>
          </a:xfrm>
        </p:spPr>
        <p:txBody>
          <a:bodyPr anchor="ctr">
            <a:normAutofit/>
          </a:bodyPr>
          <a:lstStyle>
            <a:lvl1pPr marL="0" indent="0" algn="ctr">
              <a:buNone/>
              <a:defRPr sz="2000">
                <a:solidFill>
                  <a:schemeClr val="tx1"/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E72A812-CD60-B443-A512-1F747440748B}" type="datetimeFigureOut">
              <a:rPr lang="en-US" smtClean="0"/>
              <a:t>1/20/22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3495C44-1B5A-8249-A74B-F02E3F79C53F}" type="slidenum">
              <a:rPr lang="en-US" smtClean="0"/>
              <a:t>‹#›</a:t>
            </a:fld>
            <a:endParaRPr lang="en-US"/>
          </a:p>
        </p:txBody>
      </p:sp>
      <p:sp>
        <p:nvSpPr>
          <p:cNvPr id="14" name="TextBox 13"/>
          <p:cNvSpPr txBox="1"/>
          <p:nvPr/>
        </p:nvSpPr>
        <p:spPr>
          <a:xfrm>
            <a:off x="862013" y="879961"/>
            <a:ext cx="609600" cy="584776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/>
          <a:p>
            <a:pPr lvl="0"/>
            <a:r>
              <a:rPr lang="en-US" sz="8000" dirty="0">
                <a:solidFill>
                  <a:schemeClr val="tx1"/>
                </a:solidFill>
                <a:effectLst/>
              </a:rPr>
              <a:t>“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0600267" y="2827870"/>
            <a:ext cx="609600" cy="584776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/>
          <a:p>
            <a:pPr lvl="0" algn="r"/>
            <a:r>
              <a:rPr lang="en-US" sz="8000" dirty="0">
                <a:solidFill>
                  <a:schemeClr val="tx1"/>
                </a:solidFill>
                <a:effectLst/>
              </a:rPr>
              <a:t>”</a:t>
            </a:r>
          </a:p>
        </p:txBody>
      </p:sp>
      <p:cxnSp>
        <p:nvCxnSpPr>
          <p:cNvPr id="19" name="Straight Connector 18"/>
          <p:cNvCxnSpPr/>
          <p:nvPr/>
        </p:nvCxnSpPr>
        <p:spPr>
          <a:xfrm>
            <a:off x="1396169" y="4140199"/>
            <a:ext cx="9407298" cy="0"/>
          </a:xfrm>
          <a:prstGeom prst="line">
            <a:avLst/>
          </a:prstGeom>
          <a:ln w="15875"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301395765"/>
      </p:ext>
    </p:extLst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Name Card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295402" y="3308581"/>
            <a:ext cx="9609668" cy="1468800"/>
          </a:xfrm>
        </p:spPr>
        <p:txBody>
          <a:bodyPr anchor="b">
            <a:normAutofit/>
          </a:bodyPr>
          <a:lstStyle>
            <a:lvl1pPr algn="l">
              <a:defRPr sz="3200" b="0" cap="none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295401" y="4777381"/>
            <a:ext cx="9609668" cy="860400"/>
          </a:xfrm>
        </p:spPr>
        <p:txBody>
          <a:bodyPr anchor="t">
            <a:normAutofit/>
          </a:bodyPr>
          <a:lstStyle>
            <a:lvl1pPr marL="0" indent="0" algn="l">
              <a:buNone/>
              <a:defRPr sz="2000">
                <a:solidFill>
                  <a:schemeClr val="tx1"/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E72A812-CD60-B443-A512-1F747440748B}" type="datetimeFigureOut">
              <a:rPr lang="en-US" smtClean="0"/>
              <a:t>1/20/22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3495C44-1B5A-8249-A74B-F02E3F79C53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73529987"/>
      </p:ext>
    </p:extLst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Quote Name Card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446213" y="982132"/>
            <a:ext cx="9296398" cy="2243668"/>
          </a:xfrm>
        </p:spPr>
        <p:txBody>
          <a:bodyPr anchor="ctr">
            <a:normAutofit/>
          </a:bodyPr>
          <a:lstStyle>
            <a:lvl1pPr algn="ctr">
              <a:defRPr sz="3200" b="0" cap="none">
                <a:solidFill>
                  <a:schemeClr val="tx1"/>
                </a:solidFill>
              </a:defRPr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23" name="Text Placeholder 2"/>
          <p:cNvSpPr>
            <a:spLocks noGrp="1"/>
          </p:cNvSpPr>
          <p:nvPr>
            <p:ph type="body" idx="13"/>
          </p:nvPr>
        </p:nvSpPr>
        <p:spPr>
          <a:xfrm>
            <a:off x="1295401" y="3639312"/>
            <a:ext cx="9609668" cy="886968"/>
          </a:xfrm>
        </p:spPr>
        <p:txBody>
          <a:bodyPr anchor="b">
            <a:normAutofit/>
          </a:bodyPr>
          <a:lstStyle>
            <a:lvl1pPr marL="0" indent="0" algn="l">
              <a:spcBef>
                <a:spcPts val="0"/>
              </a:spcBef>
              <a:buNone/>
              <a:defRPr sz="2400">
                <a:solidFill>
                  <a:schemeClr val="tx1"/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295401" y="4529667"/>
            <a:ext cx="9609668" cy="1346200"/>
          </a:xfrm>
        </p:spPr>
        <p:txBody>
          <a:bodyPr anchor="t">
            <a:normAutofit/>
          </a:bodyPr>
          <a:lstStyle>
            <a:lvl1pPr marL="0" indent="0" algn="l">
              <a:buNone/>
              <a:defRPr sz="1800">
                <a:solidFill>
                  <a:schemeClr val="tx1"/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E72A812-CD60-B443-A512-1F747440748B}" type="datetimeFigureOut">
              <a:rPr lang="en-US" smtClean="0"/>
              <a:t>1/20/22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3495C44-1B5A-8249-A74B-F02E3F79C53F}" type="slidenum">
              <a:rPr lang="en-US" smtClean="0"/>
              <a:t>‹#›</a:t>
            </a:fld>
            <a:endParaRPr lang="en-US"/>
          </a:p>
        </p:txBody>
      </p:sp>
      <p:sp>
        <p:nvSpPr>
          <p:cNvPr id="12" name="TextBox 11"/>
          <p:cNvSpPr txBox="1"/>
          <p:nvPr/>
        </p:nvSpPr>
        <p:spPr>
          <a:xfrm>
            <a:off x="862013" y="879961"/>
            <a:ext cx="609600" cy="584776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/>
          <a:p>
            <a:pPr lvl="0"/>
            <a:r>
              <a:rPr lang="en-US" sz="8000" dirty="0">
                <a:solidFill>
                  <a:schemeClr val="tx1"/>
                </a:solidFill>
                <a:effectLst/>
              </a:rPr>
              <a:t>“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600267" y="2599261"/>
            <a:ext cx="609600" cy="584776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/>
          <a:p>
            <a:pPr lvl="0" algn="r"/>
            <a:r>
              <a:rPr lang="en-US" sz="8000" dirty="0">
                <a:solidFill>
                  <a:schemeClr val="tx1"/>
                </a:solidFill>
                <a:effectLst/>
              </a:rPr>
              <a:t>”</a:t>
            </a:r>
          </a:p>
        </p:txBody>
      </p:sp>
      <p:cxnSp>
        <p:nvCxnSpPr>
          <p:cNvPr id="26" name="Straight Connector 25"/>
          <p:cNvCxnSpPr/>
          <p:nvPr/>
        </p:nvCxnSpPr>
        <p:spPr>
          <a:xfrm>
            <a:off x="1396169" y="3429000"/>
            <a:ext cx="9407298" cy="0"/>
          </a:xfrm>
          <a:prstGeom prst="line">
            <a:avLst/>
          </a:prstGeom>
          <a:ln w="15875"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170191280"/>
      </p:ext>
    </p:extLst>
  </p:cSld>
  <p:clrMapOvr>
    <a:masterClrMapping/>
  </p:clrMapOvr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rue or Fals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295401" y="982132"/>
            <a:ext cx="9609666" cy="2243668"/>
          </a:xfrm>
        </p:spPr>
        <p:txBody>
          <a:bodyPr vert="horz" lIns="91440" tIns="45720" rIns="91440" bIns="45720" rtlCol="0" anchor="ctr">
            <a:normAutofit/>
          </a:bodyPr>
          <a:lstStyle>
            <a:lvl1pPr>
              <a:defRPr lang="en-US" b="0" dirty="0"/>
            </a:lvl1pPr>
          </a:lstStyle>
          <a:p>
            <a:pPr marL="0" lvl="0"/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20" name="Text Placeholder 2"/>
          <p:cNvSpPr>
            <a:spLocks noGrp="1"/>
          </p:cNvSpPr>
          <p:nvPr>
            <p:ph type="body" idx="13"/>
          </p:nvPr>
        </p:nvSpPr>
        <p:spPr>
          <a:xfrm>
            <a:off x="1295401" y="3630168"/>
            <a:ext cx="9609668" cy="841248"/>
          </a:xfrm>
        </p:spPr>
        <p:txBody>
          <a:bodyPr anchor="b">
            <a:normAutofit/>
          </a:bodyPr>
          <a:lstStyle>
            <a:lvl1pPr marL="0" indent="0" algn="l">
              <a:spcBef>
                <a:spcPts val="0"/>
              </a:spcBef>
              <a:buNone/>
              <a:defRPr sz="2800">
                <a:solidFill>
                  <a:schemeClr val="tx1"/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295400" y="4470399"/>
            <a:ext cx="9609670" cy="1405467"/>
          </a:xfrm>
        </p:spPr>
        <p:txBody>
          <a:bodyPr anchor="t">
            <a:normAutofit/>
          </a:bodyPr>
          <a:lstStyle>
            <a:lvl1pPr marL="0" indent="0" algn="l">
              <a:buNone/>
              <a:defRPr sz="1800">
                <a:solidFill>
                  <a:schemeClr val="tx1"/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E72A812-CD60-B443-A512-1F747440748B}" type="datetimeFigureOut">
              <a:rPr lang="en-US" smtClean="0"/>
              <a:t>1/20/22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3495C44-1B5A-8249-A74B-F02E3F79C53F}" type="slidenum">
              <a:rPr lang="en-US" smtClean="0"/>
              <a:t>‹#›</a:t>
            </a:fld>
            <a:endParaRPr lang="en-US"/>
          </a:p>
        </p:txBody>
      </p:sp>
      <p:cxnSp>
        <p:nvCxnSpPr>
          <p:cNvPr id="15" name="Straight Connector 14"/>
          <p:cNvCxnSpPr/>
          <p:nvPr/>
        </p:nvCxnSpPr>
        <p:spPr>
          <a:xfrm>
            <a:off x="1396169" y="3429000"/>
            <a:ext cx="9407298" cy="0"/>
          </a:xfrm>
          <a:prstGeom prst="line">
            <a:avLst/>
          </a:prstGeom>
          <a:ln w="15875"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3022240368"/>
      </p:ext>
    </p:extLst>
  </p:cSld>
  <p:clrMapOvr>
    <a:masterClrMapping/>
  </p:clrMapOvr>
</p:sldLayout>
</file>

<file path=ppt/slideLayouts/slideLayout16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 algn="ctr">
              <a:defRPr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 anchor="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E72A812-CD60-B443-A512-1F747440748B}" type="datetimeFigureOut">
              <a:rPr lang="en-US" smtClean="0"/>
              <a:t>1/20/22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3495C44-1B5A-8249-A74B-F02E3F79C53F}" type="slidenum">
              <a:rPr lang="en-US" smtClean="0"/>
              <a:t>‹#›</a:t>
            </a:fld>
            <a:endParaRPr lang="en-US"/>
          </a:p>
        </p:txBody>
      </p:sp>
      <p:cxnSp>
        <p:nvCxnSpPr>
          <p:cNvPr id="14" name="Straight Connector 13"/>
          <p:cNvCxnSpPr/>
          <p:nvPr/>
        </p:nvCxnSpPr>
        <p:spPr>
          <a:xfrm>
            <a:off x="1396169" y="2421466"/>
            <a:ext cx="9407298" cy="0"/>
          </a:xfrm>
          <a:prstGeom prst="line">
            <a:avLst/>
          </a:prstGeom>
          <a:ln w="15875"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504818668"/>
      </p:ext>
    </p:extLst>
  </p:cSld>
  <p:clrMapOvr>
    <a:masterClrMapping/>
  </p:clrMapOvr>
</p:sldLayout>
</file>

<file path=ppt/slideLayouts/slideLayout17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8999356" y="982131"/>
            <a:ext cx="1890895" cy="4893735"/>
          </a:xfrm>
        </p:spPr>
        <p:txBody>
          <a:bodyPr vert="eaVert"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1295398" y="982132"/>
            <a:ext cx="7433025" cy="4893734"/>
          </a:xfrm>
        </p:spPr>
        <p:txBody>
          <a:bodyPr vert="eaVert" anchor="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E72A812-CD60-B443-A512-1F747440748B}" type="datetimeFigureOut">
              <a:rPr lang="en-US" smtClean="0"/>
              <a:t>1/20/22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3495C44-1B5A-8249-A74B-F02E3F79C53F}" type="slidenum">
              <a:rPr lang="en-US" smtClean="0"/>
              <a:t>‹#›</a:t>
            </a:fld>
            <a:endParaRPr lang="en-US"/>
          </a:p>
        </p:txBody>
      </p:sp>
      <p:cxnSp>
        <p:nvCxnSpPr>
          <p:cNvPr id="14" name="Straight Connector 13"/>
          <p:cNvCxnSpPr/>
          <p:nvPr/>
        </p:nvCxnSpPr>
        <p:spPr>
          <a:xfrm>
            <a:off x="8863890" y="990600"/>
            <a:ext cx="0" cy="4876800"/>
          </a:xfrm>
          <a:prstGeom prst="line">
            <a:avLst/>
          </a:prstGeom>
          <a:ln w="15875"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2229266344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slideLayout" Target="../slideLayouts/slideLayout13.xml"/><Relationship Id="rId18" Type="http://schemas.openxmlformats.org/officeDocument/2006/relationships/theme" Target="../theme/theme1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slideLayout" Target="../slideLayouts/slideLayout12.xml"/><Relationship Id="rId17" Type="http://schemas.openxmlformats.org/officeDocument/2006/relationships/slideLayout" Target="../slideLayouts/slideLayout17.xml"/><Relationship Id="rId2" Type="http://schemas.openxmlformats.org/officeDocument/2006/relationships/slideLayout" Target="../slideLayouts/slideLayout2.xml"/><Relationship Id="rId16" Type="http://schemas.openxmlformats.org/officeDocument/2006/relationships/slideLayout" Target="../slideLayouts/slideLayout16.xml"/><Relationship Id="rId20" Type="http://schemas.openxmlformats.org/officeDocument/2006/relationships/image" Target="../media/image4.png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5" Type="http://schemas.openxmlformats.org/officeDocument/2006/relationships/slideLayout" Target="../slideLayouts/slideLayout15.xml"/><Relationship Id="rId10" Type="http://schemas.openxmlformats.org/officeDocument/2006/relationships/slideLayout" Target="../slideLayouts/slideLayout10.xml"/><Relationship Id="rId19" Type="http://schemas.openxmlformats.org/officeDocument/2006/relationships/image" Target="../media/image3.png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14" Type="http://schemas.openxmlformats.org/officeDocument/2006/relationships/slideLayout" Target="../slideLayouts/slideLayout14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3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7" name="Group 6"/>
          <p:cNvGrpSpPr/>
          <p:nvPr/>
        </p:nvGrpSpPr>
        <p:grpSpPr>
          <a:xfrm>
            <a:off x="-15736" y="0"/>
            <a:ext cx="12229962" cy="6856214"/>
            <a:chOff x="-15736" y="0"/>
            <a:chExt cx="12229962" cy="6856214"/>
          </a:xfrm>
        </p:grpSpPr>
        <p:pic>
          <p:nvPicPr>
            <p:cNvPr id="8" name="Picture 7" descr="HD-PanelContent.png"/>
            <p:cNvPicPr>
              <a:picLocks noChangeAspect="1"/>
            </p:cNvPicPr>
            <p:nvPr/>
          </p:nvPicPr>
          <p:blipFill>
            <a:blip r:embed="rId19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0" y="0"/>
              <a:ext cx="12188825" cy="6856214"/>
            </a:xfrm>
            <a:prstGeom prst="rect">
              <a:avLst/>
            </a:prstGeom>
          </p:spPr>
        </p:pic>
        <p:sp>
          <p:nvSpPr>
            <p:cNvPr id="9" name="Rectangle 8"/>
            <p:cNvSpPr/>
            <p:nvPr/>
          </p:nvSpPr>
          <p:spPr>
            <a:xfrm>
              <a:off x="608012" y="609600"/>
              <a:ext cx="10972800" cy="5638800"/>
            </a:xfrm>
            <a:prstGeom prst="rect">
              <a:avLst/>
            </a:prstGeom>
            <a:noFill/>
            <a:ln w="15875" cap="flat">
              <a:miter lim="800000"/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pic>
          <p:nvPicPr>
            <p:cNvPr id="10" name="Picture 9" descr="HDRibbonContent-UniformTrim.png"/>
            <p:cNvPicPr>
              <a:picLocks noChangeAspect="1"/>
            </p:cNvPicPr>
            <p:nvPr/>
          </p:nvPicPr>
          <p:blipFill rotWithShape="1">
            <a:blip r:embed="rId20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/>
          </p:blipFill>
          <p:spPr>
            <a:xfrm>
              <a:off x="-15736" y="3153832"/>
              <a:ext cx="777240" cy="606425"/>
            </a:xfrm>
            <a:prstGeom prst="rect">
              <a:avLst/>
            </a:prstGeom>
          </p:spPr>
        </p:pic>
        <p:pic>
          <p:nvPicPr>
            <p:cNvPr id="11" name="Picture 10" descr="HDRibbonContent-UniformTrim.png"/>
            <p:cNvPicPr>
              <a:picLocks noChangeAspect="1"/>
            </p:cNvPicPr>
            <p:nvPr/>
          </p:nvPicPr>
          <p:blipFill rotWithShape="1">
            <a:blip r:embed="rId20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/>
          </p:blipFill>
          <p:spPr>
            <a:xfrm>
              <a:off x="11436986" y="3153832"/>
              <a:ext cx="777240" cy="606425"/>
            </a:xfrm>
            <a:prstGeom prst="rect">
              <a:avLst/>
            </a:prstGeom>
          </p:spPr>
        </p:pic>
      </p:grpSp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1295402" y="982132"/>
            <a:ext cx="9601196" cy="1303867"/>
          </a:xfrm>
          <a:prstGeom prst="rect">
            <a:avLst/>
          </a:prstGeom>
          <a:effectLst/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295401" y="2556932"/>
            <a:ext cx="9601196" cy="3318936"/>
          </a:xfrm>
          <a:prstGeom prst="rect">
            <a:avLst/>
          </a:prstGeom>
        </p:spPr>
        <p:txBody>
          <a:bodyPr vert="horz" lIns="91440" tIns="45720" rIns="91440" bIns="45720" rtlCol="0" anchor="t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8677501" y="5969000"/>
            <a:ext cx="1600200" cy="279400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000" b="0" i="0">
                <a:solidFill>
                  <a:schemeClr val="tx1"/>
                </a:solidFill>
                <a:effectLst/>
                <a:latin typeface="+mn-lt"/>
              </a:defRPr>
            </a:lvl1pPr>
          </a:lstStyle>
          <a:p>
            <a:fld id="{5E72A812-CD60-B443-A512-1F747440748B}" type="datetimeFigureOut">
              <a:rPr lang="en-US" smtClean="0"/>
              <a:t>1/20/22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1295401" y="5969000"/>
            <a:ext cx="7305900" cy="279400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000" b="0" i="0">
                <a:solidFill>
                  <a:schemeClr val="tx1"/>
                </a:solidFill>
                <a:effectLst/>
                <a:latin typeface="+mn-lt"/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10353901" y="5969000"/>
            <a:ext cx="542697" cy="279400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000" b="0" i="0">
                <a:solidFill>
                  <a:schemeClr val="tx1"/>
                </a:solidFill>
                <a:effectLst/>
                <a:latin typeface="+mn-lt"/>
              </a:defRPr>
            </a:lvl1pPr>
          </a:lstStyle>
          <a:p>
            <a:fld id="{53495C44-1B5A-8249-A74B-F02E3F79C53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43678512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61" r:id="rId1"/>
    <p:sldLayoutId id="2147483662" r:id="rId2"/>
    <p:sldLayoutId id="2147483663" r:id="rId3"/>
    <p:sldLayoutId id="2147483664" r:id="rId4"/>
    <p:sldLayoutId id="2147483665" r:id="rId5"/>
    <p:sldLayoutId id="2147483666" r:id="rId6"/>
    <p:sldLayoutId id="2147483667" r:id="rId7"/>
    <p:sldLayoutId id="2147483668" r:id="rId8"/>
    <p:sldLayoutId id="2147483669" r:id="rId9"/>
    <p:sldLayoutId id="2147483670" r:id="rId10"/>
    <p:sldLayoutId id="2147483671" r:id="rId11"/>
    <p:sldLayoutId id="2147483672" r:id="rId12"/>
    <p:sldLayoutId id="2147483673" r:id="rId13"/>
    <p:sldLayoutId id="2147483674" r:id="rId14"/>
    <p:sldLayoutId id="2147483675" r:id="rId15"/>
    <p:sldLayoutId id="2147483676" r:id="rId16"/>
    <p:sldLayoutId id="2147483677" r:id="rId17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 cap="none">
          <a:ln w="3175" cmpd="sng">
            <a:noFill/>
          </a:ln>
          <a:solidFill>
            <a:schemeClr val="tx1">
              <a:lumMod val="85000"/>
              <a:lumOff val="15000"/>
            </a:schemeClr>
          </a:solidFill>
          <a:effectLst/>
          <a:latin typeface="+mj-lt"/>
          <a:ea typeface="+mj-ea"/>
          <a:cs typeface="+mj-cs"/>
        </a:defRPr>
      </a:lvl1pPr>
      <a:lvl2pPr eaLnBrk="1" hangingPunct="1">
        <a:defRPr>
          <a:solidFill>
            <a:schemeClr val="tx2"/>
          </a:solidFill>
        </a:defRPr>
      </a:lvl2pPr>
      <a:lvl3pPr eaLnBrk="1" hangingPunct="1">
        <a:defRPr>
          <a:solidFill>
            <a:schemeClr val="tx2"/>
          </a:solidFill>
        </a:defRPr>
      </a:lvl3pPr>
      <a:lvl4pPr eaLnBrk="1" hangingPunct="1">
        <a:defRPr>
          <a:solidFill>
            <a:schemeClr val="tx2"/>
          </a:solidFill>
        </a:defRPr>
      </a:lvl4pPr>
      <a:lvl5pPr eaLnBrk="1" hangingPunct="1">
        <a:defRPr>
          <a:solidFill>
            <a:schemeClr val="tx2"/>
          </a:solidFill>
        </a:defRPr>
      </a:lvl5pPr>
      <a:lvl6pPr eaLnBrk="1" hangingPunct="1">
        <a:defRPr>
          <a:solidFill>
            <a:schemeClr val="tx2"/>
          </a:solidFill>
        </a:defRPr>
      </a:lvl6pPr>
      <a:lvl7pPr eaLnBrk="1" hangingPunct="1">
        <a:defRPr>
          <a:solidFill>
            <a:schemeClr val="tx2"/>
          </a:solidFill>
        </a:defRPr>
      </a:lvl7pPr>
      <a:lvl8pPr eaLnBrk="1" hangingPunct="1">
        <a:defRPr>
          <a:solidFill>
            <a:schemeClr val="tx2"/>
          </a:solidFill>
        </a:defRPr>
      </a:lvl8pPr>
      <a:lvl9pPr eaLnBrk="1" hangingPunct="1">
        <a:defRPr>
          <a:solidFill>
            <a:schemeClr val="tx2"/>
          </a:solidFill>
        </a:defRPr>
      </a:lvl9pPr>
    </p:titleStyle>
    <p:bodyStyle>
      <a:lvl1pPr marL="285750" indent="-285750" algn="l" defTabSz="457200" rtl="0" eaLnBrk="1" latinLnBrk="0" hangingPunct="1">
        <a:spcBef>
          <a:spcPct val="20000"/>
        </a:spcBef>
        <a:spcAft>
          <a:spcPts val="600"/>
        </a:spcAft>
        <a:buClr>
          <a:schemeClr val="accent1"/>
        </a:buClr>
        <a:buSzPct val="115000"/>
        <a:buFont typeface="Arial"/>
        <a:buChar char="•"/>
        <a:defRPr sz="2400" kern="1200" cap="none">
          <a:solidFill>
            <a:schemeClr val="tx1">
              <a:lumMod val="85000"/>
              <a:lumOff val="15000"/>
            </a:schemeClr>
          </a:solidFill>
          <a:effectLst/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spcAft>
          <a:spcPts val="600"/>
        </a:spcAft>
        <a:buClr>
          <a:schemeClr val="accent1"/>
        </a:buClr>
        <a:buSzPct val="115000"/>
        <a:buFont typeface="Arial"/>
        <a:buChar char="•"/>
        <a:defRPr sz="2000" kern="1200" cap="none">
          <a:solidFill>
            <a:schemeClr val="tx1">
              <a:lumMod val="85000"/>
              <a:lumOff val="15000"/>
            </a:schemeClr>
          </a:solidFill>
          <a:effectLst/>
          <a:latin typeface="+mn-lt"/>
          <a:ea typeface="+mn-ea"/>
          <a:cs typeface="+mn-cs"/>
        </a:defRPr>
      </a:lvl2pPr>
      <a:lvl3pPr marL="1200150" indent="-285750" algn="l" defTabSz="457200" rtl="0" eaLnBrk="1" latinLnBrk="0" hangingPunct="1">
        <a:spcBef>
          <a:spcPct val="20000"/>
        </a:spcBef>
        <a:spcAft>
          <a:spcPts val="600"/>
        </a:spcAft>
        <a:buClr>
          <a:schemeClr val="accent1"/>
        </a:buClr>
        <a:buSzPct val="115000"/>
        <a:buFont typeface="Arial"/>
        <a:buChar char="•"/>
        <a:defRPr sz="1800" kern="1200" cap="none">
          <a:solidFill>
            <a:schemeClr val="tx1">
              <a:lumMod val="85000"/>
              <a:lumOff val="15000"/>
            </a:schemeClr>
          </a:solidFill>
          <a:effectLst/>
          <a:latin typeface="+mn-lt"/>
          <a:ea typeface="+mn-ea"/>
          <a:cs typeface="+mn-cs"/>
        </a:defRPr>
      </a:lvl3pPr>
      <a:lvl4pPr marL="1543050" indent="-171450" algn="l" defTabSz="457200" rtl="0" eaLnBrk="1" latinLnBrk="0" hangingPunct="1">
        <a:spcBef>
          <a:spcPct val="20000"/>
        </a:spcBef>
        <a:spcAft>
          <a:spcPts val="600"/>
        </a:spcAft>
        <a:buClr>
          <a:schemeClr val="accent1"/>
        </a:buClr>
        <a:buSzPct val="115000"/>
        <a:buFont typeface="Arial"/>
        <a:buChar char="•"/>
        <a:defRPr sz="1600" kern="1200" cap="none">
          <a:solidFill>
            <a:schemeClr val="tx1">
              <a:lumMod val="85000"/>
              <a:lumOff val="15000"/>
            </a:schemeClr>
          </a:solidFill>
          <a:effectLst/>
          <a:latin typeface="+mn-lt"/>
          <a:ea typeface="+mn-ea"/>
          <a:cs typeface="+mn-cs"/>
        </a:defRPr>
      </a:lvl4pPr>
      <a:lvl5pPr marL="2000250" indent="-171450" algn="l" defTabSz="457200" rtl="0" eaLnBrk="1" latinLnBrk="0" hangingPunct="1">
        <a:spcBef>
          <a:spcPct val="20000"/>
        </a:spcBef>
        <a:spcAft>
          <a:spcPts val="600"/>
        </a:spcAft>
        <a:buClr>
          <a:schemeClr val="accent1"/>
        </a:buClr>
        <a:buSzPct val="115000"/>
        <a:buFont typeface="Arial"/>
        <a:buChar char="•"/>
        <a:defRPr sz="1400" kern="1200" cap="none">
          <a:solidFill>
            <a:schemeClr val="tx1">
              <a:lumMod val="85000"/>
              <a:lumOff val="15000"/>
            </a:schemeClr>
          </a:solidFill>
          <a:effectLst/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spcAft>
          <a:spcPts val="600"/>
        </a:spcAft>
        <a:buClr>
          <a:schemeClr val="accent1"/>
        </a:buClr>
        <a:buSzPct val="115000"/>
        <a:buFont typeface="Arial"/>
        <a:buChar char="•"/>
        <a:defRPr sz="1400" kern="1200" cap="none">
          <a:solidFill>
            <a:schemeClr val="tx1">
              <a:lumMod val="85000"/>
              <a:lumOff val="15000"/>
            </a:schemeClr>
          </a:solidFill>
          <a:effectLst/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spcAft>
          <a:spcPts val="600"/>
        </a:spcAft>
        <a:buClr>
          <a:schemeClr val="accent1"/>
        </a:buClr>
        <a:buSzPct val="115000"/>
        <a:buFont typeface="Arial"/>
        <a:buChar char="•"/>
        <a:defRPr sz="1400" kern="1200" cap="none">
          <a:solidFill>
            <a:schemeClr val="tx1">
              <a:lumMod val="85000"/>
              <a:lumOff val="15000"/>
            </a:schemeClr>
          </a:solidFill>
          <a:effectLst/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spcAft>
          <a:spcPts val="600"/>
        </a:spcAft>
        <a:buClr>
          <a:schemeClr val="accent1"/>
        </a:buClr>
        <a:buSzPct val="115000"/>
        <a:buFont typeface="Arial"/>
        <a:buChar char="•"/>
        <a:defRPr sz="1400" kern="1200" cap="none">
          <a:solidFill>
            <a:schemeClr val="tx1">
              <a:lumMod val="85000"/>
              <a:lumOff val="15000"/>
            </a:schemeClr>
          </a:solidFill>
          <a:effectLst/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spcAft>
          <a:spcPts val="600"/>
        </a:spcAft>
        <a:buClr>
          <a:schemeClr val="accent1"/>
        </a:buClr>
        <a:buSzPct val="115000"/>
        <a:buFont typeface="Arial"/>
        <a:buChar char="•"/>
        <a:defRPr sz="1400" kern="1200" cap="none">
          <a:solidFill>
            <a:schemeClr val="tx1">
              <a:lumMod val="85000"/>
              <a:lumOff val="15000"/>
            </a:schemeClr>
          </a:solidFill>
          <a:effectLst/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6.xm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8.png"/><Relationship Id="rId2" Type="http://schemas.openxmlformats.org/officeDocument/2006/relationships/image" Target="../media/image7.png"/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image" Target="../media/image2.jpeg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9.png"/><Relationship Id="rId4" Type="http://schemas.openxmlformats.org/officeDocument/2006/relationships/image" Target="../media/image4.png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image" Target="../media/image2.jpeg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10.png"/><Relationship Id="rId4" Type="http://schemas.openxmlformats.org/officeDocument/2006/relationships/image" Target="../media/image4.png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28369C3-F08F-0F48-A1A5-C7226A6E3EB1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lang="en-US" sz="4500" dirty="0">
                <a:latin typeface="Consolas" panose="020B0609020204030204" pitchFamily="49" charset="0"/>
                <a:cs typeface="Consolas" panose="020B0609020204030204" pitchFamily="49" charset="0"/>
              </a:rPr>
              <a:t>Healthy Heart</a:t>
            </a:r>
          </a:p>
        </p:txBody>
      </p:sp>
      <p:sp>
        <p:nvSpPr>
          <p:cNvPr id="5" name="Title 1">
            <a:extLst>
              <a:ext uri="{FF2B5EF4-FFF2-40B4-BE49-F238E27FC236}">
                <a16:creationId xmlns:a16="http://schemas.microsoft.com/office/drawing/2014/main" id="{863CFC9D-67E8-F443-BDCA-69FBDCF9848E}"/>
              </a:ext>
            </a:extLst>
          </p:cNvPr>
          <p:cNvSpPr txBox="1">
            <a:spLocks/>
          </p:cNvSpPr>
          <p:nvPr/>
        </p:nvSpPr>
        <p:spPr>
          <a:xfrm>
            <a:off x="2682819" y="3585819"/>
            <a:ext cx="6815669" cy="1515533"/>
          </a:xfrm>
          <a:prstGeom prst="rect">
            <a:avLst/>
          </a:prstGeom>
          <a:effectLst/>
        </p:spPr>
        <p:txBody>
          <a:bodyPr vert="horz" lIns="91440" tIns="45720" rIns="91440" bIns="45720" rtlCol="0" anchor="b">
            <a:noAutofit/>
          </a:bodyPr>
          <a:lstStyle>
            <a:lvl1pPr algn="ctr" defTabSz="457200" rtl="0" eaLnBrk="1" latinLnBrk="0" hangingPunct="1">
              <a:spcBef>
                <a:spcPct val="0"/>
              </a:spcBef>
              <a:buNone/>
              <a:defRPr sz="5400" kern="1200" cap="none">
                <a:ln w="3175" cmpd="sng">
                  <a:noFill/>
                </a:ln>
                <a:solidFill>
                  <a:schemeClr val="tx1">
                    <a:lumMod val="85000"/>
                    <a:lumOff val="15000"/>
                  </a:schemeClr>
                </a:solidFill>
                <a:effectLst/>
                <a:latin typeface="+mj-lt"/>
                <a:ea typeface="+mj-ea"/>
                <a:cs typeface="+mj-cs"/>
              </a:defRPr>
            </a:lvl1pPr>
            <a:lvl2pPr eaLnBrk="1" hangingPunct="1">
              <a:defRPr>
                <a:solidFill>
                  <a:schemeClr val="tx2"/>
                </a:solidFill>
              </a:defRPr>
            </a:lvl2pPr>
            <a:lvl3pPr eaLnBrk="1" hangingPunct="1">
              <a:defRPr>
                <a:solidFill>
                  <a:schemeClr val="tx2"/>
                </a:solidFill>
              </a:defRPr>
            </a:lvl3pPr>
            <a:lvl4pPr eaLnBrk="1" hangingPunct="1">
              <a:defRPr>
                <a:solidFill>
                  <a:schemeClr val="tx2"/>
                </a:solidFill>
              </a:defRPr>
            </a:lvl4pPr>
            <a:lvl5pPr eaLnBrk="1" hangingPunct="1">
              <a:defRPr>
                <a:solidFill>
                  <a:schemeClr val="tx2"/>
                </a:solidFill>
              </a:defRPr>
            </a:lvl5pPr>
            <a:lvl6pPr eaLnBrk="1" hangingPunct="1">
              <a:defRPr>
                <a:solidFill>
                  <a:schemeClr val="tx2"/>
                </a:solidFill>
              </a:defRPr>
            </a:lvl6pPr>
            <a:lvl7pPr eaLnBrk="1" hangingPunct="1">
              <a:defRPr>
                <a:solidFill>
                  <a:schemeClr val="tx2"/>
                </a:solidFill>
              </a:defRPr>
            </a:lvl7pPr>
            <a:lvl8pPr eaLnBrk="1" hangingPunct="1">
              <a:defRPr>
                <a:solidFill>
                  <a:schemeClr val="tx2"/>
                </a:solidFill>
              </a:defRPr>
            </a:lvl8pPr>
            <a:lvl9pPr eaLnBrk="1" hangingPunct="1">
              <a:defRPr>
                <a:solidFill>
                  <a:schemeClr val="tx2"/>
                </a:solidFill>
              </a:defRPr>
            </a:lvl9pPr>
          </a:lstStyle>
          <a:p>
            <a:endParaRPr lang="en-US" sz="1400" dirty="0">
              <a:latin typeface="Consolas" panose="020B0609020204030204" pitchFamily="49" charset="0"/>
              <a:cs typeface="Consolas" panose="020B0609020204030204" pitchFamily="49" charset="0"/>
            </a:endParaRP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145880B4-169E-1341-B098-7899374D2320}"/>
              </a:ext>
            </a:extLst>
          </p:cNvPr>
          <p:cNvSpPr txBox="1"/>
          <p:nvPr/>
        </p:nvSpPr>
        <p:spPr>
          <a:xfrm>
            <a:off x="2834640" y="3585819"/>
            <a:ext cx="2973651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200" dirty="0">
                <a:latin typeface="Consolas" panose="020B0609020204030204" pitchFamily="49" charset="0"/>
                <a:cs typeface="Consolas" panose="020B0609020204030204" pitchFamily="49" charset="0"/>
              </a:rPr>
              <a:t>By</a:t>
            </a:r>
            <a:r>
              <a:rPr lang="en-US" dirty="0">
                <a:latin typeface="Consolas" panose="020B0609020204030204" pitchFamily="49" charset="0"/>
                <a:cs typeface="Consolas" panose="020B0609020204030204" pitchFamily="49" charset="0"/>
              </a:rPr>
              <a:t> Ponni Rajasree.</a:t>
            </a:r>
          </a:p>
        </p:txBody>
      </p:sp>
    </p:spTree>
    <p:extLst>
      <p:ext uri="{BB962C8B-B14F-4D97-AF65-F5344CB8AC3E}">
        <p14:creationId xmlns:p14="http://schemas.microsoft.com/office/powerpoint/2010/main" val="362454286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D53E98B-D28F-984F-9F99-F868521B0C0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>
                <a:latin typeface="Consolas" panose="020B0609020204030204" pitchFamily="49" charset="0"/>
                <a:cs typeface="Consolas" panose="020B0609020204030204" pitchFamily="49" charset="0"/>
              </a:rPr>
              <a:t>Introduction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40B26A5E-3A78-004E-B504-A88A764B3D72}"/>
              </a:ext>
            </a:extLst>
          </p:cNvPr>
          <p:cNvSpPr txBox="1"/>
          <p:nvPr/>
        </p:nvSpPr>
        <p:spPr>
          <a:xfrm>
            <a:off x="1430767" y="2560320"/>
            <a:ext cx="9660367" cy="31393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dirty="0">
                <a:latin typeface="Consolas" panose="020B0609020204030204" pitchFamily="49" charset="0"/>
                <a:cs typeface="Consolas" panose="020B0609020204030204" pitchFamily="49" charset="0"/>
              </a:rPr>
              <a:t>The heart is an organ that pumps blood throughout the body. We keep it in healthy and safely.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dirty="0">
                <a:latin typeface="Consolas" panose="020B0609020204030204" pitchFamily="49" charset="0"/>
                <a:cs typeface="Consolas" panose="020B0609020204030204" pitchFamily="49" charset="0"/>
              </a:rPr>
              <a:t>The main aim is we must prevent or control the heart diseases.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dirty="0">
                <a:latin typeface="Consolas" panose="020B0609020204030204" pitchFamily="49" charset="0"/>
                <a:cs typeface="Consolas" panose="020B0609020204030204" pitchFamily="49" charset="0"/>
              </a:rPr>
              <a:t>Based on the dataset the target vector is prediction the class, so heart disease is the target.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dirty="0">
                <a:latin typeface="Consolas" panose="020B0609020204030204" pitchFamily="49" charset="0"/>
                <a:cs typeface="Consolas" panose="020B0609020204030204" pitchFamily="49" charset="0"/>
              </a:rPr>
              <a:t>The data set having 918 rows and 10 columns.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dirty="0">
                <a:latin typeface="Consolas" panose="020B0609020204030204" pitchFamily="49" charset="0"/>
                <a:cs typeface="Consolas" panose="020B0609020204030204" pitchFamily="49" charset="0"/>
              </a:rPr>
              <a:t>In heart disease ‘0’ means no heart problem. ‘1’ means having heart problem.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dirty="0">
                <a:latin typeface="Consolas" panose="020B0609020204030204" pitchFamily="49" charset="0"/>
                <a:cs typeface="Consolas" panose="020B0609020204030204" pitchFamily="49" charset="0"/>
              </a:rPr>
              <a:t>These slides to determine the factors we need to investigate and how we can be able to reduce or recover the disease.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dirty="0">
                <a:latin typeface="Consolas" panose="020B0609020204030204" pitchFamily="49" charset="0"/>
                <a:cs typeface="Consolas" panose="020B0609020204030204" pitchFamily="49" charset="0"/>
              </a:rPr>
              <a:t>Data is visualized in simpler and easy way to understand.</a:t>
            </a:r>
          </a:p>
        </p:txBody>
      </p:sp>
    </p:spTree>
    <p:extLst>
      <p:ext uri="{BB962C8B-B14F-4D97-AF65-F5344CB8AC3E}">
        <p14:creationId xmlns:p14="http://schemas.microsoft.com/office/powerpoint/2010/main" val="4136330251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5" name="Rectangle 44">
            <a:extLst>
              <a:ext uri="{FF2B5EF4-FFF2-40B4-BE49-F238E27FC236}">
                <a16:creationId xmlns:a16="http://schemas.microsoft.com/office/drawing/2014/main" id="{333F0879-3DA0-4CB8-B35E-A0AD42558191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2"/>
            <a:ext cx="12188952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003">
            <a:schemeClr val="l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7" name="Rectangle 46">
            <a:extLst>
              <a:ext uri="{FF2B5EF4-FFF2-40B4-BE49-F238E27FC236}">
                <a16:creationId xmlns:a16="http://schemas.microsoft.com/office/drawing/2014/main" id="{324D2183-F388-476E-92A9-D6639D698580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486138" y="496090"/>
            <a:ext cx="3823215" cy="5883295"/>
          </a:xfrm>
          <a:prstGeom prst="rect">
            <a:avLst/>
          </a:prstGeom>
          <a:blipFill dpi="0" rotWithShape="1">
            <a:blip r:embed="rId2"/>
            <a:srcRect/>
            <a:tile tx="0" ty="0" sx="100000" sy="100000" flip="none" algn="tl"/>
          </a:blipFill>
          <a:ln>
            <a:noFill/>
          </a:ln>
          <a:effectLst>
            <a:outerShdw blurRad="114300" dist="127000" dir="5400000" sx="99000" sy="99000" algn="t" rotWithShape="0">
              <a:prstClr val="black">
                <a:alpha val="40000"/>
              </a:prstClr>
            </a:outerShdw>
          </a:effectLst>
          <a:scene3d>
            <a:camera prst="orthographicFront"/>
            <a:lightRig rig="twoPt" dir="t"/>
          </a:scene3d>
          <a:sp3d contourW="6350">
            <a:bevelT w="12700" h="0" prst="coolSlant"/>
            <a:contourClr>
              <a:schemeClr val="bg2"/>
            </a:contourClr>
          </a:sp3d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9" name="Rectangle 48">
            <a:extLst>
              <a:ext uri="{FF2B5EF4-FFF2-40B4-BE49-F238E27FC236}">
                <a16:creationId xmlns:a16="http://schemas.microsoft.com/office/drawing/2014/main" id="{243462E7-1698-4B21-BE89-AEFAC7C2FEFA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608012" y="609602"/>
            <a:ext cx="3552006" cy="5638800"/>
          </a:xfrm>
          <a:prstGeom prst="rect">
            <a:avLst/>
          </a:prstGeom>
          <a:noFill/>
          <a:ln w="15875" cap="flat">
            <a:miter lim="800000"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E94936D6-2F9D-3E48-AEA9-D0D2BA53B04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929140" y="972766"/>
            <a:ext cx="2835464" cy="1254868"/>
          </a:xfrm>
        </p:spPr>
        <p:txBody>
          <a:bodyPr vert="horz" lIns="91440" tIns="45720" rIns="91440" bIns="45720" rtlCol="0" anchor="b">
            <a:normAutofit fontScale="90000"/>
          </a:bodyPr>
          <a:lstStyle/>
          <a:p>
            <a:pPr marL="285750" indent="-285750">
              <a:lnSpc>
                <a:spcPct val="90000"/>
              </a:lnSpc>
            </a:pPr>
            <a:r>
              <a:rPr lang="en-US" sz="2200" dirty="0">
                <a:solidFill>
                  <a:srgbClr val="262626"/>
                </a:solidFill>
              </a:rPr>
              <a:t>Based on this boxplot people who are having heart disease they are also having BP.</a:t>
            </a:r>
          </a:p>
        </p:txBody>
      </p:sp>
      <p:sp>
        <p:nvSpPr>
          <p:cNvPr id="6" name="Title 1">
            <a:extLst>
              <a:ext uri="{FF2B5EF4-FFF2-40B4-BE49-F238E27FC236}">
                <a16:creationId xmlns:a16="http://schemas.microsoft.com/office/drawing/2014/main" id="{01965744-7721-1042-BFBB-72E4CA130EDD}"/>
              </a:ext>
            </a:extLst>
          </p:cNvPr>
          <p:cNvSpPr txBox="1">
            <a:spLocks/>
          </p:cNvSpPr>
          <p:nvPr/>
        </p:nvSpPr>
        <p:spPr>
          <a:xfrm>
            <a:off x="929141" y="2430471"/>
            <a:ext cx="2835464" cy="3552039"/>
          </a:xfrm>
          <a:prstGeom prst="rect">
            <a:avLst/>
          </a:prstGeom>
        </p:spPr>
        <p:txBody>
          <a:bodyPr vert="horz" lIns="91440" tIns="45720" rIns="91440" bIns="45720" rtlCol="0" anchor="t">
            <a:normAutofit/>
          </a:bodyPr>
          <a:lstStyle>
            <a:lvl1pPr algn="ctr" defTabSz="457200" rtl="0" eaLnBrk="1" latinLnBrk="0" hangingPunct="1">
              <a:spcBef>
                <a:spcPct val="0"/>
              </a:spcBef>
              <a:buNone/>
              <a:defRPr sz="4400" kern="1200" cap="none">
                <a:ln w="3175" cmpd="sng">
                  <a:noFill/>
                </a:ln>
                <a:solidFill>
                  <a:schemeClr val="tx1">
                    <a:lumMod val="85000"/>
                    <a:lumOff val="15000"/>
                  </a:schemeClr>
                </a:solidFill>
                <a:effectLst/>
                <a:latin typeface="+mj-lt"/>
                <a:ea typeface="+mj-ea"/>
                <a:cs typeface="+mj-cs"/>
              </a:defRPr>
            </a:lvl1pPr>
            <a:lvl2pPr eaLnBrk="1" hangingPunct="1">
              <a:defRPr>
                <a:solidFill>
                  <a:schemeClr val="tx2"/>
                </a:solidFill>
              </a:defRPr>
            </a:lvl2pPr>
            <a:lvl3pPr eaLnBrk="1" hangingPunct="1">
              <a:defRPr>
                <a:solidFill>
                  <a:schemeClr val="tx2"/>
                </a:solidFill>
              </a:defRPr>
            </a:lvl3pPr>
            <a:lvl4pPr eaLnBrk="1" hangingPunct="1">
              <a:defRPr>
                <a:solidFill>
                  <a:schemeClr val="tx2"/>
                </a:solidFill>
              </a:defRPr>
            </a:lvl4pPr>
            <a:lvl5pPr eaLnBrk="1" hangingPunct="1">
              <a:defRPr>
                <a:solidFill>
                  <a:schemeClr val="tx2"/>
                </a:solidFill>
              </a:defRPr>
            </a:lvl5pPr>
            <a:lvl6pPr eaLnBrk="1" hangingPunct="1">
              <a:defRPr>
                <a:solidFill>
                  <a:schemeClr val="tx2"/>
                </a:solidFill>
              </a:defRPr>
            </a:lvl6pPr>
            <a:lvl7pPr eaLnBrk="1" hangingPunct="1">
              <a:defRPr>
                <a:solidFill>
                  <a:schemeClr val="tx2"/>
                </a:solidFill>
              </a:defRPr>
            </a:lvl7pPr>
            <a:lvl8pPr eaLnBrk="1" hangingPunct="1">
              <a:defRPr>
                <a:solidFill>
                  <a:schemeClr val="tx2"/>
                </a:solidFill>
              </a:defRPr>
            </a:lvl8pPr>
            <a:lvl9pPr eaLnBrk="1" hangingPunct="1">
              <a:defRPr>
                <a:solidFill>
                  <a:schemeClr val="tx2"/>
                </a:solidFill>
              </a:defRPr>
            </a:lvl9pPr>
          </a:lstStyle>
          <a:p>
            <a:pPr algn="l">
              <a:spcBef>
                <a:spcPct val="20000"/>
              </a:spcBef>
              <a:spcAft>
                <a:spcPts val="600"/>
              </a:spcAft>
              <a:buClr>
                <a:schemeClr val="accent1"/>
              </a:buClr>
              <a:buSzPct val="115000"/>
            </a:pPr>
            <a:endParaRPr lang="en-US" sz="1800" dirty="0">
              <a:solidFill>
                <a:srgbClr val="262626"/>
              </a:solidFill>
              <a:latin typeface="+mn-lt"/>
              <a:ea typeface="+mn-ea"/>
              <a:cs typeface="+mn-cs"/>
            </a:endParaRPr>
          </a:p>
        </p:txBody>
      </p:sp>
      <p:sp useBgFill="1">
        <p:nvSpPr>
          <p:cNvPr id="51" name="Rectangle 50">
            <a:extLst>
              <a:ext uri="{FF2B5EF4-FFF2-40B4-BE49-F238E27FC236}">
                <a16:creationId xmlns:a16="http://schemas.microsoft.com/office/drawing/2014/main" id="{6C22FCAC-D7EC-4A52-B153-FF761E2235B3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4795491" y="0"/>
            <a:ext cx="7396509" cy="6858002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7" name="Content Placeholder 6" descr="Chart, box and whisker chart&#10;&#10;Description automatically generated">
            <a:extLst>
              <a:ext uri="{FF2B5EF4-FFF2-40B4-BE49-F238E27FC236}">
                <a16:creationId xmlns:a16="http://schemas.microsoft.com/office/drawing/2014/main" id="{60634BAF-22AD-4A4E-9948-E0D292E5190B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3"/>
          <a:stretch>
            <a:fillRect/>
          </a:stretch>
        </p:blipFill>
        <p:spPr>
          <a:xfrm>
            <a:off x="5483675" y="609603"/>
            <a:ext cx="6355399" cy="5133472"/>
          </a:xfrm>
        </p:spPr>
      </p:pic>
      <p:sp>
        <p:nvSpPr>
          <p:cNvPr id="10" name="TextBox 9">
            <a:extLst>
              <a:ext uri="{FF2B5EF4-FFF2-40B4-BE49-F238E27FC236}">
                <a16:creationId xmlns:a16="http://schemas.microsoft.com/office/drawing/2014/main" id="{A955FEB3-3449-2449-95DC-7DFE00CE0957}"/>
              </a:ext>
            </a:extLst>
          </p:cNvPr>
          <p:cNvSpPr txBox="1"/>
          <p:nvPr/>
        </p:nvSpPr>
        <p:spPr>
          <a:xfrm>
            <a:off x="1008489" y="2729162"/>
            <a:ext cx="2751052" cy="147732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Bp can damage your arteries by making them less elastic, which decreases the flow of blood and oxygen to your heart. 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B538F6DE-B691-A84F-B4DE-5E85CE194A4D}"/>
              </a:ext>
            </a:extLst>
          </p:cNvPr>
          <p:cNvSpPr txBox="1"/>
          <p:nvPr/>
        </p:nvSpPr>
        <p:spPr>
          <a:xfrm>
            <a:off x="929140" y="4630367"/>
            <a:ext cx="3025914" cy="120032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b="1" dirty="0"/>
              <a:t>Exercise regularly, Boosting the K levels and reduce the Na levels. Reduce your stress.</a:t>
            </a:r>
          </a:p>
        </p:txBody>
      </p:sp>
    </p:spTree>
    <p:extLst>
      <p:ext uri="{BB962C8B-B14F-4D97-AF65-F5344CB8AC3E}">
        <p14:creationId xmlns:p14="http://schemas.microsoft.com/office/powerpoint/2010/main" val="1561050041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>
          <a:blip r:embed="rId2"/>
          <a:stretch/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28" name="Rectangle 11">
            <a:extLst>
              <a:ext uri="{FF2B5EF4-FFF2-40B4-BE49-F238E27FC236}">
                <a16:creationId xmlns:a16="http://schemas.microsoft.com/office/drawing/2014/main" id="{ED56E41F-B8E0-4D18-B554-FD40260DE0E3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88952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grpSp>
        <p:nvGrpSpPr>
          <p:cNvPr id="29" name="Group 13">
            <a:extLst>
              <a:ext uri="{FF2B5EF4-FFF2-40B4-BE49-F238E27FC236}">
                <a16:creationId xmlns:a16="http://schemas.microsoft.com/office/drawing/2014/main" id="{2DB31E17-E562-4F82-98D0-858C84120F34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GrpSpPr>
            <a:grpSpLocks noGrp="1" noUngrp="1" noRot="1" noChangeAspect="1" noMove="1" noResize="1"/>
          </p:cNvGrp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GrpSpPr>
        <p:grpSpPr>
          <a:xfrm>
            <a:off x="-15736" y="0"/>
            <a:ext cx="12229962" cy="6856214"/>
            <a:chOff x="-15736" y="0"/>
            <a:chExt cx="12229962" cy="6856214"/>
          </a:xfrm>
        </p:grpSpPr>
        <p:pic>
          <p:nvPicPr>
            <p:cNvPr id="15" name="Picture 14">
              <a:extLst>
                <a:ext uri="{FF2B5EF4-FFF2-40B4-BE49-F238E27FC236}">
                  <a16:creationId xmlns:a16="http://schemas.microsoft.com/office/drawing/2014/main" id="{58BF3B07-5EF6-4E5B-834E-C1398DB60ADA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PicPr>
              <a:picLocks noChangeAspect="1"/>
            </p:cNvPic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PicPr>
          <p:blipFill>
            <a:blip r:embed="rId3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0" y="0"/>
              <a:ext cx="12188825" cy="6856214"/>
            </a:xfrm>
            <a:prstGeom prst="rect">
              <a:avLst/>
            </a:prstGeom>
          </p:spPr>
        </p:pic>
        <p:sp>
          <p:nvSpPr>
            <p:cNvPr id="16" name="Rectangle 15">
              <a:extLst>
                <a:ext uri="{FF2B5EF4-FFF2-40B4-BE49-F238E27FC236}">
                  <a16:creationId xmlns:a16="http://schemas.microsoft.com/office/drawing/2014/main" id="{3DDA1859-D108-4C60-B38B-C85485AB386A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608012" y="609600"/>
              <a:ext cx="10972800" cy="5638800"/>
            </a:xfrm>
            <a:prstGeom prst="rect">
              <a:avLst/>
            </a:prstGeom>
            <a:noFill/>
            <a:ln w="15875" cap="flat">
              <a:miter lim="800000"/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pic>
          <p:nvPicPr>
            <p:cNvPr id="17" name="Picture 16">
              <a:extLst>
                <a:ext uri="{FF2B5EF4-FFF2-40B4-BE49-F238E27FC236}">
                  <a16:creationId xmlns:a16="http://schemas.microsoft.com/office/drawing/2014/main" id="{E498EA77-084B-43CC-B94D-566F1D8E1EE8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PicPr>
              <a:picLocks noChangeAspect="1"/>
            </p:cNvPic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PicPr>
          <p:blipFill rotWithShape="1">
            <a:blip r:embed="rId4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/>
          </p:blipFill>
          <p:spPr>
            <a:xfrm>
              <a:off x="-15736" y="3153832"/>
              <a:ext cx="777240" cy="606425"/>
            </a:xfrm>
            <a:prstGeom prst="rect">
              <a:avLst/>
            </a:prstGeom>
          </p:spPr>
        </p:pic>
        <p:pic>
          <p:nvPicPr>
            <p:cNvPr id="18" name="Picture 17">
              <a:extLst>
                <a:ext uri="{FF2B5EF4-FFF2-40B4-BE49-F238E27FC236}">
                  <a16:creationId xmlns:a16="http://schemas.microsoft.com/office/drawing/2014/main" id="{99B16D3F-47E8-419E-9C4E-ED6FC918FBB0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PicPr>
              <a:picLocks noChangeAspect="1"/>
            </p:cNvPic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PicPr>
          <p:blipFill rotWithShape="1">
            <a:blip r:embed="rId4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/>
          </p:blipFill>
          <p:spPr>
            <a:xfrm>
              <a:off x="11436986" y="3153832"/>
              <a:ext cx="777240" cy="606425"/>
            </a:xfrm>
            <a:prstGeom prst="rect">
              <a:avLst/>
            </a:prstGeom>
          </p:spPr>
        </p:pic>
      </p:grpSp>
      <p:sp>
        <p:nvSpPr>
          <p:cNvPr id="2" name="Title 1">
            <a:extLst>
              <a:ext uri="{FF2B5EF4-FFF2-40B4-BE49-F238E27FC236}">
                <a16:creationId xmlns:a16="http://schemas.microsoft.com/office/drawing/2014/main" id="{E94936D6-2F9D-3E48-AEA9-D0D2BA53B04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7535825" y="982132"/>
            <a:ext cx="3360772" cy="1303867"/>
          </a:xfrm>
        </p:spPr>
        <p:txBody>
          <a:bodyPr vert="horz" lIns="91440" tIns="45720" rIns="91440" bIns="45720" rtlCol="0" anchor="ctr">
            <a:normAutofit/>
          </a:bodyPr>
          <a:lstStyle/>
          <a:p>
            <a:pPr marL="285750" indent="-285750">
              <a:lnSpc>
                <a:spcPct val="90000"/>
              </a:lnSpc>
            </a:pPr>
            <a:r>
              <a:rPr lang="en-US" sz="1400" dirty="0">
                <a:solidFill>
                  <a:srgbClr val="262626"/>
                </a:solidFill>
              </a:rPr>
              <a:t>Maximum heart rate based on our ‘Age’. Maximum heart rate is around 220 beats per minute.</a:t>
            </a:r>
          </a:p>
        </p:txBody>
      </p:sp>
      <p:sp>
        <p:nvSpPr>
          <p:cNvPr id="20" name="Rectangle 19">
            <a:extLst>
              <a:ext uri="{FF2B5EF4-FFF2-40B4-BE49-F238E27FC236}">
                <a16:creationId xmlns:a16="http://schemas.microsoft.com/office/drawing/2014/main" id="{23E937B9-07EE-456A-A31C-41A8866E28A2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1092643" y="1092200"/>
            <a:ext cx="5942687" cy="4515104"/>
          </a:xfrm>
          <a:prstGeom prst="rect">
            <a:avLst/>
          </a:prstGeom>
          <a:solidFill>
            <a:schemeClr val="bg1"/>
          </a:solidFill>
          <a:ln w="57150" cmpd="thickThin">
            <a:solidFill>
              <a:schemeClr val="tx1">
                <a:lumMod val="50000"/>
                <a:lumOff val="50000"/>
              </a:schemeClr>
            </a:solidFill>
            <a:miter lim="800000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22" name="Straight Connector 21">
            <a:extLst>
              <a:ext uri="{FF2B5EF4-FFF2-40B4-BE49-F238E27FC236}">
                <a16:creationId xmlns:a16="http://schemas.microsoft.com/office/drawing/2014/main" id="{FD2308B7-2829-44DD-B213-27EEBDED1411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 noGrp="1" noRot="1" noChangeAspect="1" noMove="1" noResize="1" noEditPoints="1" noAdjustHandles="1" noChangeArrowheads="1" noChangeShapeType="1"/>
          </p:cNvCxn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CxnSpPr>
        <p:spPr>
          <a:xfrm>
            <a:off x="7520089" y="2400639"/>
            <a:ext cx="3376508" cy="0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itle 1">
            <a:extLst>
              <a:ext uri="{FF2B5EF4-FFF2-40B4-BE49-F238E27FC236}">
                <a16:creationId xmlns:a16="http://schemas.microsoft.com/office/drawing/2014/main" id="{01965744-7721-1042-BFBB-72E4CA130EDD}"/>
              </a:ext>
            </a:extLst>
          </p:cNvPr>
          <p:cNvSpPr txBox="1">
            <a:spLocks/>
          </p:cNvSpPr>
          <p:nvPr/>
        </p:nvSpPr>
        <p:spPr>
          <a:xfrm>
            <a:off x="7535824" y="2556932"/>
            <a:ext cx="3360771" cy="3318936"/>
          </a:xfrm>
          <a:prstGeom prst="rect">
            <a:avLst/>
          </a:prstGeom>
        </p:spPr>
        <p:txBody>
          <a:bodyPr vert="horz" lIns="91440" tIns="45720" rIns="91440" bIns="45720" rtlCol="0" anchor="t">
            <a:normAutofit lnSpcReduction="10000"/>
          </a:bodyPr>
          <a:lstStyle>
            <a:lvl1pPr algn="ctr" defTabSz="457200" rtl="0" eaLnBrk="1" latinLnBrk="0" hangingPunct="1">
              <a:spcBef>
                <a:spcPct val="0"/>
              </a:spcBef>
              <a:buNone/>
              <a:defRPr sz="4400" kern="1200" cap="none">
                <a:ln w="3175" cmpd="sng">
                  <a:noFill/>
                </a:ln>
                <a:solidFill>
                  <a:schemeClr val="tx1">
                    <a:lumMod val="85000"/>
                    <a:lumOff val="15000"/>
                  </a:schemeClr>
                </a:solidFill>
                <a:effectLst/>
                <a:latin typeface="+mj-lt"/>
                <a:ea typeface="+mj-ea"/>
                <a:cs typeface="+mj-cs"/>
              </a:defRPr>
            </a:lvl1pPr>
            <a:lvl2pPr eaLnBrk="1" hangingPunct="1">
              <a:defRPr>
                <a:solidFill>
                  <a:schemeClr val="tx2"/>
                </a:solidFill>
              </a:defRPr>
            </a:lvl2pPr>
            <a:lvl3pPr eaLnBrk="1" hangingPunct="1">
              <a:defRPr>
                <a:solidFill>
                  <a:schemeClr val="tx2"/>
                </a:solidFill>
              </a:defRPr>
            </a:lvl3pPr>
            <a:lvl4pPr eaLnBrk="1" hangingPunct="1">
              <a:defRPr>
                <a:solidFill>
                  <a:schemeClr val="tx2"/>
                </a:solidFill>
              </a:defRPr>
            </a:lvl4pPr>
            <a:lvl5pPr eaLnBrk="1" hangingPunct="1">
              <a:defRPr>
                <a:solidFill>
                  <a:schemeClr val="tx2"/>
                </a:solidFill>
              </a:defRPr>
            </a:lvl5pPr>
            <a:lvl6pPr eaLnBrk="1" hangingPunct="1">
              <a:defRPr>
                <a:solidFill>
                  <a:schemeClr val="tx2"/>
                </a:solidFill>
              </a:defRPr>
            </a:lvl6pPr>
            <a:lvl7pPr eaLnBrk="1" hangingPunct="1">
              <a:defRPr>
                <a:solidFill>
                  <a:schemeClr val="tx2"/>
                </a:solidFill>
              </a:defRPr>
            </a:lvl7pPr>
            <a:lvl8pPr eaLnBrk="1" hangingPunct="1">
              <a:defRPr>
                <a:solidFill>
                  <a:schemeClr val="tx2"/>
                </a:solidFill>
              </a:defRPr>
            </a:lvl8pPr>
            <a:lvl9pPr eaLnBrk="1" hangingPunct="1">
              <a:defRPr>
                <a:solidFill>
                  <a:schemeClr val="tx2"/>
                </a:solidFill>
              </a:defRPr>
            </a:lvl9pPr>
          </a:lstStyle>
          <a:p>
            <a:pPr marL="285750" indent="-285750" algn="l">
              <a:lnSpc>
                <a:spcPct val="90000"/>
              </a:lnSpc>
              <a:spcBef>
                <a:spcPct val="20000"/>
              </a:spcBef>
              <a:spcAft>
                <a:spcPts val="600"/>
              </a:spcAft>
              <a:buClr>
                <a:schemeClr val="accent1"/>
              </a:buClr>
              <a:buSzPct val="115000"/>
              <a:buFont typeface="Arial"/>
              <a:buChar char="•"/>
            </a:pPr>
            <a:r>
              <a:rPr lang="en-US" sz="3100" dirty="0">
                <a:solidFill>
                  <a:srgbClr val="262626"/>
                </a:solidFill>
                <a:latin typeface="+mn-lt"/>
                <a:ea typeface="+mn-ea"/>
                <a:cs typeface="+mn-cs"/>
              </a:rPr>
              <a:t>In this data, who are having </a:t>
            </a:r>
            <a:r>
              <a:rPr lang="en-US" sz="3100" dirty="0" err="1">
                <a:solidFill>
                  <a:srgbClr val="262626"/>
                </a:solidFill>
                <a:latin typeface="+mn-lt"/>
                <a:ea typeface="+mn-ea"/>
                <a:cs typeface="+mn-cs"/>
              </a:rPr>
              <a:t>MaxHR</a:t>
            </a:r>
            <a:r>
              <a:rPr lang="en-US" sz="3100" dirty="0">
                <a:solidFill>
                  <a:srgbClr val="262626"/>
                </a:solidFill>
                <a:latin typeface="+mn-lt"/>
                <a:ea typeface="+mn-ea"/>
                <a:cs typeface="+mn-cs"/>
              </a:rPr>
              <a:t> rate there are not having heart diseases. Because these are inversely proportional to each other.</a:t>
            </a:r>
          </a:p>
        </p:txBody>
      </p:sp>
      <p:pic>
        <p:nvPicPr>
          <p:cNvPr id="10" name="Content Placeholder 9" descr="Chart, box and whisker chart&#10;&#10;Description automatically generated">
            <a:extLst>
              <a:ext uri="{FF2B5EF4-FFF2-40B4-BE49-F238E27FC236}">
                <a16:creationId xmlns:a16="http://schemas.microsoft.com/office/drawing/2014/main" id="{6D401AF7-EADC-7C4D-A91F-8C69B9B5FEF6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5"/>
          <a:stretch>
            <a:fillRect/>
          </a:stretch>
        </p:blipFill>
        <p:spPr>
          <a:xfrm>
            <a:off x="1092200" y="1090414"/>
            <a:ext cx="6011863" cy="4516888"/>
          </a:xfrm>
        </p:spPr>
      </p:pic>
    </p:spTree>
    <p:extLst>
      <p:ext uri="{BB962C8B-B14F-4D97-AF65-F5344CB8AC3E}">
        <p14:creationId xmlns:p14="http://schemas.microsoft.com/office/powerpoint/2010/main" val="1217673698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>
          <a:blip r:embed="rId2"/>
          <a:stretch/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25" name="Rectangle 13">
            <a:extLst>
              <a:ext uri="{FF2B5EF4-FFF2-40B4-BE49-F238E27FC236}">
                <a16:creationId xmlns:a16="http://schemas.microsoft.com/office/drawing/2014/main" id="{22AC0F86-9A78-4E84-A4B4-ADB8B2629A0C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88952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grpSp>
        <p:nvGrpSpPr>
          <p:cNvPr id="26" name="Group 15">
            <a:extLst>
              <a:ext uri="{FF2B5EF4-FFF2-40B4-BE49-F238E27FC236}">
                <a16:creationId xmlns:a16="http://schemas.microsoft.com/office/drawing/2014/main" id="{4AF78B9E-8BE2-4706-9377-A05FA25ABABF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GrpSpPr>
            <a:grpSpLocks noGrp="1" noUngrp="1" noRot="1" noChangeAspect="1" noMove="1" noResize="1"/>
          </p:cNvGrp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GrpSpPr>
        <p:grpSpPr>
          <a:xfrm>
            <a:off x="-15736" y="0"/>
            <a:ext cx="12229962" cy="6856214"/>
            <a:chOff x="-15736" y="0"/>
            <a:chExt cx="12229962" cy="6856214"/>
          </a:xfrm>
        </p:grpSpPr>
        <p:pic>
          <p:nvPicPr>
            <p:cNvPr id="17" name="Picture 16">
              <a:extLst>
                <a:ext uri="{FF2B5EF4-FFF2-40B4-BE49-F238E27FC236}">
                  <a16:creationId xmlns:a16="http://schemas.microsoft.com/office/drawing/2014/main" id="{32CDFDE2-4DB3-4623-BA21-187D1B710FB9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PicPr>
              <a:picLocks noChangeAspect="1"/>
            </p:cNvPic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PicPr>
          <p:blipFill>
            <a:blip r:embed="rId3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0" y="0"/>
              <a:ext cx="12188825" cy="6856214"/>
            </a:xfrm>
            <a:prstGeom prst="rect">
              <a:avLst/>
            </a:prstGeom>
          </p:spPr>
        </p:pic>
        <p:sp>
          <p:nvSpPr>
            <p:cNvPr id="18" name="Rectangle 17">
              <a:extLst>
                <a:ext uri="{FF2B5EF4-FFF2-40B4-BE49-F238E27FC236}">
                  <a16:creationId xmlns:a16="http://schemas.microsoft.com/office/drawing/2014/main" id="{ED74B2AA-1443-4E9B-8462-F7F5B8525908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608012" y="609600"/>
              <a:ext cx="10972800" cy="5638800"/>
            </a:xfrm>
            <a:prstGeom prst="rect">
              <a:avLst/>
            </a:prstGeom>
            <a:noFill/>
            <a:ln w="15875" cap="flat">
              <a:miter lim="800000"/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pic>
          <p:nvPicPr>
            <p:cNvPr id="19" name="Picture 18">
              <a:extLst>
                <a:ext uri="{FF2B5EF4-FFF2-40B4-BE49-F238E27FC236}">
                  <a16:creationId xmlns:a16="http://schemas.microsoft.com/office/drawing/2014/main" id="{9BB652B6-7300-49EC-9422-EF5342492AF1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PicPr>
              <a:picLocks noChangeAspect="1"/>
            </p:cNvPic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PicPr>
          <p:blipFill rotWithShape="1">
            <a:blip r:embed="rId4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/>
          </p:blipFill>
          <p:spPr>
            <a:xfrm>
              <a:off x="-15736" y="3153832"/>
              <a:ext cx="777240" cy="606425"/>
            </a:xfrm>
            <a:prstGeom prst="rect">
              <a:avLst/>
            </a:prstGeom>
          </p:spPr>
        </p:pic>
        <p:pic>
          <p:nvPicPr>
            <p:cNvPr id="20" name="Picture 19">
              <a:extLst>
                <a:ext uri="{FF2B5EF4-FFF2-40B4-BE49-F238E27FC236}">
                  <a16:creationId xmlns:a16="http://schemas.microsoft.com/office/drawing/2014/main" id="{D0909587-01DE-424D-A15F-DAA28CF2CD38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PicPr>
              <a:picLocks noChangeAspect="1"/>
            </p:cNvPic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PicPr>
          <p:blipFill rotWithShape="1">
            <a:blip r:embed="rId4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/>
          </p:blipFill>
          <p:spPr>
            <a:xfrm>
              <a:off x="11436986" y="3153832"/>
              <a:ext cx="777240" cy="606425"/>
            </a:xfrm>
            <a:prstGeom prst="rect">
              <a:avLst/>
            </a:prstGeom>
          </p:spPr>
        </p:pic>
      </p:grpSp>
      <p:sp>
        <p:nvSpPr>
          <p:cNvPr id="2" name="Title 1">
            <a:extLst>
              <a:ext uri="{FF2B5EF4-FFF2-40B4-BE49-F238E27FC236}">
                <a16:creationId xmlns:a16="http://schemas.microsoft.com/office/drawing/2014/main" id="{E94936D6-2F9D-3E48-AEA9-D0D2BA53B04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7535825" y="982132"/>
            <a:ext cx="3360772" cy="1303867"/>
          </a:xfrm>
        </p:spPr>
        <p:txBody>
          <a:bodyPr vert="horz" lIns="91440" tIns="45720" rIns="91440" bIns="45720" rtlCol="0" anchor="ctr">
            <a:normAutofit/>
          </a:bodyPr>
          <a:lstStyle/>
          <a:p>
            <a:pPr marL="285750" indent="-285750">
              <a:lnSpc>
                <a:spcPct val="90000"/>
              </a:lnSpc>
            </a:pPr>
            <a:r>
              <a:rPr lang="en-US" sz="1400" dirty="0"/>
              <a:t>Age plays main key role in any diseases. </a:t>
            </a:r>
          </a:p>
        </p:txBody>
      </p:sp>
      <p:sp>
        <p:nvSpPr>
          <p:cNvPr id="27" name="Rectangle 21">
            <a:extLst>
              <a:ext uri="{FF2B5EF4-FFF2-40B4-BE49-F238E27FC236}">
                <a16:creationId xmlns:a16="http://schemas.microsoft.com/office/drawing/2014/main" id="{69A54E25-1C05-48E5-A5CC-3778C1D3632D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1092643" y="1092200"/>
            <a:ext cx="5942687" cy="4515104"/>
          </a:xfrm>
          <a:prstGeom prst="rect">
            <a:avLst/>
          </a:prstGeom>
          <a:solidFill>
            <a:schemeClr val="bg1"/>
          </a:solidFill>
          <a:ln w="57150" cmpd="thickThin">
            <a:solidFill>
              <a:schemeClr val="tx1">
                <a:lumMod val="50000"/>
                <a:lumOff val="50000"/>
              </a:schemeClr>
            </a:solidFill>
            <a:miter lim="800000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24" name="Straight Connector 23">
            <a:extLst>
              <a:ext uri="{FF2B5EF4-FFF2-40B4-BE49-F238E27FC236}">
                <a16:creationId xmlns:a16="http://schemas.microsoft.com/office/drawing/2014/main" id="{0E5D0023-B23E-4823-8D72-B07FFF8CAE96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 noGrp="1" noRot="1" noChangeAspect="1" noMove="1" noResize="1" noEditPoints="1" noAdjustHandles="1" noChangeArrowheads="1" noChangeShapeType="1"/>
          </p:cNvCxn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CxnSpPr>
        <p:spPr>
          <a:xfrm>
            <a:off x="7520089" y="2400639"/>
            <a:ext cx="3376508" cy="0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" name="Title 1">
            <a:extLst>
              <a:ext uri="{FF2B5EF4-FFF2-40B4-BE49-F238E27FC236}">
                <a16:creationId xmlns:a16="http://schemas.microsoft.com/office/drawing/2014/main" id="{F6343193-5A6D-E14E-A93D-07387FDC056E}"/>
              </a:ext>
            </a:extLst>
          </p:cNvPr>
          <p:cNvSpPr txBox="1">
            <a:spLocks/>
          </p:cNvSpPr>
          <p:nvPr/>
        </p:nvSpPr>
        <p:spPr>
          <a:xfrm>
            <a:off x="7535824" y="2556932"/>
            <a:ext cx="3360771" cy="3318936"/>
          </a:xfrm>
          <a:prstGeom prst="rect">
            <a:avLst/>
          </a:prstGeom>
        </p:spPr>
        <p:txBody>
          <a:bodyPr vert="horz" lIns="91440" tIns="45720" rIns="91440" bIns="45720" rtlCol="0" anchor="t">
            <a:normAutofit fontScale="92500"/>
          </a:bodyPr>
          <a:lstStyle>
            <a:lvl1pPr algn="ctr" defTabSz="457200" rtl="0" eaLnBrk="1" latinLnBrk="0" hangingPunct="1">
              <a:spcBef>
                <a:spcPct val="0"/>
              </a:spcBef>
              <a:buNone/>
              <a:defRPr sz="4400" kern="1200" cap="none">
                <a:ln w="3175" cmpd="sng">
                  <a:noFill/>
                </a:ln>
                <a:solidFill>
                  <a:schemeClr val="tx1">
                    <a:lumMod val="85000"/>
                    <a:lumOff val="15000"/>
                  </a:schemeClr>
                </a:solidFill>
                <a:effectLst/>
                <a:latin typeface="+mj-lt"/>
                <a:ea typeface="+mj-ea"/>
                <a:cs typeface="+mj-cs"/>
              </a:defRPr>
            </a:lvl1pPr>
            <a:lvl2pPr eaLnBrk="1" hangingPunct="1">
              <a:defRPr>
                <a:solidFill>
                  <a:schemeClr val="tx2"/>
                </a:solidFill>
              </a:defRPr>
            </a:lvl2pPr>
            <a:lvl3pPr eaLnBrk="1" hangingPunct="1">
              <a:defRPr>
                <a:solidFill>
                  <a:schemeClr val="tx2"/>
                </a:solidFill>
              </a:defRPr>
            </a:lvl3pPr>
            <a:lvl4pPr eaLnBrk="1" hangingPunct="1">
              <a:defRPr>
                <a:solidFill>
                  <a:schemeClr val="tx2"/>
                </a:solidFill>
              </a:defRPr>
            </a:lvl4pPr>
            <a:lvl5pPr eaLnBrk="1" hangingPunct="1">
              <a:defRPr>
                <a:solidFill>
                  <a:schemeClr val="tx2"/>
                </a:solidFill>
              </a:defRPr>
            </a:lvl5pPr>
            <a:lvl6pPr eaLnBrk="1" hangingPunct="1">
              <a:defRPr>
                <a:solidFill>
                  <a:schemeClr val="tx2"/>
                </a:solidFill>
              </a:defRPr>
            </a:lvl6pPr>
            <a:lvl7pPr eaLnBrk="1" hangingPunct="1">
              <a:defRPr>
                <a:solidFill>
                  <a:schemeClr val="tx2"/>
                </a:solidFill>
              </a:defRPr>
            </a:lvl7pPr>
            <a:lvl8pPr eaLnBrk="1" hangingPunct="1">
              <a:defRPr>
                <a:solidFill>
                  <a:schemeClr val="tx2"/>
                </a:solidFill>
              </a:defRPr>
            </a:lvl8pPr>
            <a:lvl9pPr eaLnBrk="1" hangingPunct="1">
              <a:defRPr>
                <a:solidFill>
                  <a:schemeClr val="tx2"/>
                </a:solidFill>
              </a:defRPr>
            </a:lvl9pPr>
          </a:lstStyle>
          <a:p>
            <a:pPr marL="285750" indent="-285750" algn="l">
              <a:lnSpc>
                <a:spcPct val="90000"/>
              </a:lnSpc>
              <a:spcBef>
                <a:spcPct val="20000"/>
              </a:spcBef>
              <a:spcAft>
                <a:spcPts val="600"/>
              </a:spcAft>
              <a:buClr>
                <a:schemeClr val="accent1"/>
              </a:buClr>
              <a:buSzPct val="115000"/>
              <a:buFont typeface="Arial"/>
              <a:buChar char="•"/>
            </a:pPr>
            <a:r>
              <a:rPr lang="en-US" sz="3700" dirty="0">
                <a:latin typeface="+mn-lt"/>
                <a:ea typeface="+mn-ea"/>
                <a:cs typeface="+mn-cs"/>
              </a:rPr>
              <a:t>We should Know one thing that is who are in above 50 or 55 there are having heart problems.  </a:t>
            </a:r>
          </a:p>
        </p:txBody>
      </p:sp>
      <p:pic>
        <p:nvPicPr>
          <p:cNvPr id="6" name="Content Placeholder 5" descr="Chart, box and whisker chart&#10;&#10;Description automatically generated">
            <a:extLst>
              <a:ext uri="{FF2B5EF4-FFF2-40B4-BE49-F238E27FC236}">
                <a16:creationId xmlns:a16="http://schemas.microsoft.com/office/drawing/2014/main" id="{C8B56836-1E24-DB49-AE3A-7761CBDED50E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5"/>
          <a:stretch>
            <a:fillRect/>
          </a:stretch>
        </p:blipFill>
        <p:spPr>
          <a:xfrm>
            <a:off x="1092200" y="1090415"/>
            <a:ext cx="5943600" cy="4516880"/>
          </a:xfrm>
        </p:spPr>
      </p:pic>
      <p:sp>
        <p:nvSpPr>
          <p:cNvPr id="3" name="TextBox 2">
            <a:extLst>
              <a:ext uri="{FF2B5EF4-FFF2-40B4-BE49-F238E27FC236}">
                <a16:creationId xmlns:a16="http://schemas.microsoft.com/office/drawing/2014/main" id="{79DA3506-2C3A-6943-89ED-2921BB3AF635}"/>
              </a:ext>
            </a:extLst>
          </p:cNvPr>
          <p:cNvSpPr txBox="1"/>
          <p:nvPr/>
        </p:nvSpPr>
        <p:spPr>
          <a:xfrm>
            <a:off x="1369583" y="5604678"/>
            <a:ext cx="6531472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The aging of other organ systems, including the muscles, kidneys, and lungs, also likely contributes to heart disease.</a:t>
            </a:r>
          </a:p>
        </p:txBody>
      </p:sp>
    </p:spTree>
    <p:extLst>
      <p:ext uri="{BB962C8B-B14F-4D97-AF65-F5344CB8AC3E}">
        <p14:creationId xmlns:p14="http://schemas.microsoft.com/office/powerpoint/2010/main" val="2355618316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withEffect">
                                  <p:stCondLst>
                                    <p:cond delay="1000"/>
                                  </p:stCondLst>
                                  <p:iterate>
                                    <p:tmPct val="10000"/>
                                  </p:iterate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700"/>
                                        <p:tgtEl>
                                          <p:spTgt spid="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" grpId="0"/>
    </p:bldLst>
  </p:timing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E3BAC7D-D13E-AD4B-AF5C-ACE07E6BD4D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999767" y="992030"/>
            <a:ext cx="4192466" cy="878974"/>
          </a:xfrm>
        </p:spPr>
        <p:txBody>
          <a:bodyPr>
            <a:normAutofit/>
          </a:bodyPr>
          <a:lstStyle/>
          <a:p>
            <a:pPr algn="l"/>
            <a:r>
              <a:rPr lang="en-US" sz="2800" dirty="0">
                <a:latin typeface="Consolas" panose="020B0609020204030204" pitchFamily="49" charset="0"/>
                <a:cs typeface="Consolas" panose="020B0609020204030204" pitchFamily="49" charset="0"/>
              </a:rPr>
              <a:t>Models and accuracy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981E31B3-2D76-4648-9E16-C7AEFF1DEDE6}"/>
              </a:ext>
            </a:extLst>
          </p:cNvPr>
          <p:cNvSpPr txBox="1"/>
          <p:nvPr/>
        </p:nvSpPr>
        <p:spPr>
          <a:xfrm>
            <a:off x="1266092" y="2377441"/>
            <a:ext cx="9791113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000" dirty="0"/>
              <a:t>KNN Model: Training Accuracy = 86.9565 ; Testing Accuracy = 89.0988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B072F945-7C2B-F34C-A53C-22F0E041ED89}"/>
              </a:ext>
            </a:extLst>
          </p:cNvPr>
          <p:cNvSpPr txBox="1"/>
          <p:nvPr/>
        </p:nvSpPr>
        <p:spPr>
          <a:xfrm>
            <a:off x="1266091" y="3106356"/>
            <a:ext cx="9791113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000" dirty="0"/>
              <a:t>Logistical Regression Model: Training Accuracy </a:t>
            </a:r>
            <a:r>
              <a:rPr lang="en-US" sz="2400" dirty="0"/>
              <a:t>= </a:t>
            </a:r>
            <a:r>
              <a:rPr lang="en-US" sz="2000" dirty="0"/>
              <a:t>86.9565</a:t>
            </a:r>
            <a:r>
              <a:rPr lang="en-US" sz="2400" dirty="0"/>
              <a:t> ; </a:t>
            </a:r>
            <a:r>
              <a:rPr lang="en-US" sz="2000" dirty="0"/>
              <a:t>Testing</a:t>
            </a:r>
            <a:r>
              <a:rPr lang="en-US" sz="2400" dirty="0"/>
              <a:t> </a:t>
            </a:r>
            <a:r>
              <a:rPr lang="en-US" sz="2000" dirty="0"/>
              <a:t>Accuracy = 86.7732</a:t>
            </a:r>
            <a:r>
              <a:rPr lang="en-US" sz="2400" dirty="0"/>
              <a:t> </a:t>
            </a:r>
            <a:endParaRPr lang="en-US" sz="2000" dirty="0"/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F2DFA0E9-E20C-784D-A639-9C3F7D04D0B9}"/>
              </a:ext>
            </a:extLst>
          </p:cNvPr>
          <p:cNvSpPr txBox="1"/>
          <p:nvPr/>
        </p:nvSpPr>
        <p:spPr>
          <a:xfrm>
            <a:off x="3207434" y="4360985"/>
            <a:ext cx="184731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endParaRPr lang="en-US" dirty="0"/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794EC7B1-079B-8C46-91C4-885EE479F2A8}"/>
              </a:ext>
            </a:extLst>
          </p:cNvPr>
          <p:cNvSpPr txBox="1"/>
          <p:nvPr/>
        </p:nvSpPr>
        <p:spPr>
          <a:xfrm>
            <a:off x="1266092" y="3840480"/>
            <a:ext cx="9537897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XGB </a:t>
            </a:r>
            <a:r>
              <a:rPr lang="en-US" sz="2400" dirty="0"/>
              <a:t>Classifier</a:t>
            </a:r>
            <a:r>
              <a:rPr lang="en-US" dirty="0"/>
              <a:t>:  </a:t>
            </a:r>
            <a:r>
              <a:rPr lang="en-US" sz="2000" dirty="0"/>
              <a:t>Training Accuracy = 93.8953 : Testing Accuracy = 81.7391</a:t>
            </a:r>
          </a:p>
        </p:txBody>
      </p:sp>
    </p:spTree>
    <p:extLst>
      <p:ext uri="{BB962C8B-B14F-4D97-AF65-F5344CB8AC3E}">
        <p14:creationId xmlns:p14="http://schemas.microsoft.com/office/powerpoint/2010/main" val="4223986042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Box 3">
            <a:extLst>
              <a:ext uri="{FF2B5EF4-FFF2-40B4-BE49-F238E27FC236}">
                <a16:creationId xmlns:a16="http://schemas.microsoft.com/office/drawing/2014/main" id="{A7D6CF89-058E-D943-B070-B3CAC98F06CB}"/>
              </a:ext>
            </a:extLst>
          </p:cNvPr>
          <p:cNvSpPr txBox="1"/>
          <p:nvPr/>
        </p:nvSpPr>
        <p:spPr>
          <a:xfrm>
            <a:off x="667265" y="2353763"/>
            <a:ext cx="11169966" cy="254082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85750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dirty="0">
                <a:latin typeface="Consolas" panose="020B0609020204030204" pitchFamily="49" charset="0"/>
                <a:cs typeface="Consolas" panose="020B0609020204030204" pitchFamily="49" charset="0"/>
              </a:rPr>
              <a:t>I used to do all types of classification models for verification, which model having good accuracy.</a:t>
            </a:r>
          </a:p>
          <a:p>
            <a:pPr marL="285750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dirty="0">
                <a:latin typeface="Consolas" panose="020B0609020204030204" pitchFamily="49" charset="0"/>
                <a:cs typeface="Consolas" panose="020B0609020204030204" pitchFamily="49" charset="0"/>
              </a:rPr>
              <a:t>Based on this data set I have two are best models.</a:t>
            </a:r>
          </a:p>
          <a:p>
            <a:pPr marL="285750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dirty="0">
                <a:latin typeface="Consolas" panose="020B0609020204030204" pitchFamily="49" charset="0"/>
                <a:cs typeface="Consolas" panose="020B0609020204030204" pitchFamily="49" charset="0"/>
              </a:rPr>
              <a:t>KNN classifier and logistical regression are best models in my point of view.</a:t>
            </a:r>
          </a:p>
          <a:p>
            <a:pPr marL="285750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dirty="0">
                <a:latin typeface="Consolas" panose="020B0609020204030204" pitchFamily="49" charset="0"/>
                <a:cs typeface="Consolas" panose="020B0609020204030204" pitchFamily="49" charset="0"/>
              </a:rPr>
              <a:t>Comparatively these two are good  at test scores. </a:t>
            </a:r>
          </a:p>
          <a:p>
            <a:pPr marL="285750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endParaRPr lang="en-US" dirty="0">
              <a:latin typeface="Consolas" panose="020B0609020204030204" pitchFamily="49" charset="0"/>
              <a:cs typeface="Consolas" panose="020B0609020204030204" pitchFamily="49" charset="0"/>
            </a:endParaRPr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56B161FE-30EC-074D-998A-13C35E263165}"/>
              </a:ext>
            </a:extLst>
          </p:cNvPr>
          <p:cNvSpPr txBox="1"/>
          <p:nvPr/>
        </p:nvSpPr>
        <p:spPr>
          <a:xfrm>
            <a:off x="3995224" y="1069145"/>
            <a:ext cx="3967090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3200" dirty="0"/>
              <a:t>         Best Model</a:t>
            </a:r>
          </a:p>
        </p:txBody>
      </p:sp>
    </p:spTree>
    <p:extLst>
      <p:ext uri="{BB962C8B-B14F-4D97-AF65-F5344CB8AC3E}">
        <p14:creationId xmlns:p14="http://schemas.microsoft.com/office/powerpoint/2010/main" val="1153002183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>
            <a:extLst>
              <a:ext uri="{FF2B5EF4-FFF2-40B4-BE49-F238E27FC236}">
                <a16:creationId xmlns:a16="http://schemas.microsoft.com/office/drawing/2014/main" id="{B912C9C1-98BB-774B-92D2-7E26C254C7A2}"/>
              </a:ext>
            </a:extLst>
          </p:cNvPr>
          <p:cNvSpPr/>
          <p:nvPr/>
        </p:nvSpPr>
        <p:spPr>
          <a:xfrm>
            <a:off x="878775" y="1766950"/>
            <a:ext cx="10117776" cy="1329018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>
              <a:lnSpc>
                <a:spcPct val="150000"/>
              </a:lnSpc>
            </a:pPr>
            <a:r>
              <a:rPr lang="en-US" sz="6000" dirty="0">
                <a:latin typeface="Consolas" panose="020B0609020204030204" pitchFamily="49" charset="0"/>
                <a:cs typeface="Consolas" panose="020B0609020204030204" pitchFamily="49" charset="0"/>
              </a:rPr>
              <a:t>       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B137B0D9-8104-AA40-8296-2370952D1548}"/>
              </a:ext>
            </a:extLst>
          </p:cNvPr>
          <p:cNvSpPr txBox="1"/>
          <p:nvPr/>
        </p:nvSpPr>
        <p:spPr>
          <a:xfrm>
            <a:off x="4186410" y="1388125"/>
            <a:ext cx="3351943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3600" dirty="0"/>
              <a:t>Recommendation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006729FA-6F4E-1542-8DA8-CE0995E5A14D}"/>
              </a:ext>
            </a:extLst>
          </p:cNvPr>
          <p:cNvSpPr txBox="1"/>
          <p:nvPr/>
        </p:nvSpPr>
        <p:spPr>
          <a:xfrm>
            <a:off x="1322174" y="2864302"/>
            <a:ext cx="9774194" cy="254082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85750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dirty="0">
                <a:latin typeface="Consolas" panose="020B0609020204030204" pitchFamily="49" charset="0"/>
                <a:cs typeface="Consolas" panose="020B0609020204030204" pitchFamily="49" charset="0"/>
              </a:rPr>
              <a:t>I recommended KNN and Logistical Regression for this dataset.</a:t>
            </a:r>
          </a:p>
          <a:p>
            <a:pPr marL="285750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dirty="0">
                <a:latin typeface="Consolas" panose="020B0609020204030204" pitchFamily="49" charset="0"/>
                <a:cs typeface="Consolas" panose="020B0609020204030204" pitchFamily="49" charset="0"/>
              </a:rPr>
              <a:t>These scores are less overfitting, better scores for the test than another algorithm.  </a:t>
            </a:r>
          </a:p>
          <a:p>
            <a:pPr marL="285750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dirty="0">
                <a:latin typeface="Consolas" panose="020B0609020204030204" pitchFamily="49" charset="0"/>
                <a:cs typeface="Consolas" panose="020B0609020204030204" pitchFamily="49" charset="0"/>
              </a:rPr>
              <a:t>I suspect this sort of approach will become increasingly important as machine learning has a greater and greater role in health care.</a:t>
            </a:r>
          </a:p>
          <a:p>
            <a:pPr marL="285750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endParaRPr lang="en-US" dirty="0">
              <a:latin typeface="Consolas" panose="020B0609020204030204" pitchFamily="49" charset="0"/>
              <a:cs typeface="Consolas" panose="020B0609020204030204" pitchFamily="49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734743496"/>
      </p:ext>
    </p:extLst>
  </p:cSld>
  <p:clrMapOvr>
    <a:masterClrMapping/>
  </p:clrMapOvr>
</p:sld>
</file>

<file path=ppt/theme/_rels/theme1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jpeg"/><Relationship Id="rId1" Type="http://schemas.openxmlformats.org/officeDocument/2006/relationships/image" Target="../media/image1.jpeg"/></Relationships>
</file>

<file path=ppt/theme/theme1.xml><?xml version="1.0" encoding="utf-8"?>
<a:theme xmlns:a="http://schemas.openxmlformats.org/drawingml/2006/main" name="Organic">
  <a:themeElements>
    <a:clrScheme name="Organic">
      <a:dk1>
        <a:sysClr val="windowText" lastClr="000000"/>
      </a:dk1>
      <a:lt1>
        <a:sysClr val="window" lastClr="FFFFFF"/>
      </a:lt1>
      <a:dk2>
        <a:srgbClr val="212121"/>
      </a:dk2>
      <a:lt2>
        <a:srgbClr val="DADADA"/>
      </a:lt2>
      <a:accent1>
        <a:srgbClr val="83992A"/>
      </a:accent1>
      <a:accent2>
        <a:srgbClr val="3C9770"/>
      </a:accent2>
      <a:accent3>
        <a:srgbClr val="44709D"/>
      </a:accent3>
      <a:accent4>
        <a:srgbClr val="A23C33"/>
      </a:accent4>
      <a:accent5>
        <a:srgbClr val="D97828"/>
      </a:accent5>
      <a:accent6>
        <a:srgbClr val="DEB340"/>
      </a:accent6>
      <a:hlink>
        <a:srgbClr val="A8BF4D"/>
      </a:hlink>
      <a:folHlink>
        <a:srgbClr val="B4CA80"/>
      </a:folHlink>
    </a:clrScheme>
    <a:fontScheme name="Organic">
      <a:majorFont>
        <a:latin typeface="Garamond" panose="02020404030301010803"/>
        <a:ea typeface=""/>
        <a:cs typeface=""/>
        <a:font script="Jpan" typeface="ＭＳ Ｐゴシック"/>
        <a:font script="Hang" typeface="돋움"/>
        <a:font script="Hans" typeface="方正舒体"/>
        <a:font script="Hant" typeface="微軟正黑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ajorFont>
      <a:minorFont>
        <a:latin typeface="Garamond" panose="02020404030301010803"/>
        <a:ea typeface=""/>
        <a:cs typeface=""/>
        <a:font script="Jpan" typeface="ＭＳ Ｐ明朝"/>
        <a:font script="Hang" typeface="바탕"/>
        <a:font script="Hans" typeface="方正舒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inorFont>
    </a:fontScheme>
    <a:fmtScheme name="Organic">
      <a:fillStyleLst>
        <a:solidFill>
          <a:schemeClr val="phClr"/>
        </a:solidFill>
        <a:gradFill rotWithShape="1">
          <a:gsLst>
            <a:gs pos="0">
              <a:schemeClr val="phClr">
                <a:tint val="60000"/>
                <a:lumMod val="110000"/>
              </a:schemeClr>
            </a:gs>
            <a:gs pos="100000">
              <a:schemeClr val="phClr">
                <a:tint val="82000"/>
              </a:schemeClr>
            </a:gs>
          </a:gsLst>
          <a:lin ang="5400000" scaled="0"/>
        </a:gradFill>
        <a:blipFill>
          <a:blip xmlns:r="http://schemas.openxmlformats.org/officeDocument/2006/relationships" r:embed="rId1">
            <a:duotone>
              <a:schemeClr val="phClr">
                <a:shade val="74000"/>
                <a:satMod val="130000"/>
                <a:lumMod val="90000"/>
              </a:schemeClr>
              <a:schemeClr val="phClr">
                <a:tint val="94000"/>
                <a:satMod val="120000"/>
                <a:lumMod val="104000"/>
              </a:schemeClr>
            </a:duotone>
          </a:blip>
          <a:tile tx="0" ty="0" sx="100000" sy="100000" flip="none" algn="tl"/>
        </a:blipFill>
      </a:fillStyleLst>
      <a:lnStyleLst>
        <a:ln w="9525" cap="flat" cmpd="sng" algn="ctr">
          <a:solidFill>
            <a:schemeClr val="phClr"/>
          </a:solidFill>
          <a:prstDash val="solid"/>
        </a:ln>
        <a:ln w="15875" cap="flat" cmpd="sng" algn="ctr">
          <a:solidFill>
            <a:schemeClr val="phClr"/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>
            <a:innerShdw blurRad="25400" dist="12700" dir="13500000">
              <a:srgbClr val="000000">
                <a:alpha val="45000"/>
              </a:srgbClr>
            </a:innerShdw>
          </a:effectLst>
        </a:effectStyle>
        <a:effectStyle>
          <a:effectLst>
            <a:outerShdw blurRad="38100" dist="25400" dir="5400000" rotWithShape="0">
              <a:srgbClr val="000000">
                <a:alpha val="60000"/>
              </a:srgbClr>
            </a:outerShdw>
          </a:effectLst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90000"/>
                <a:lumMod val="110000"/>
              </a:schemeClr>
            </a:gs>
            <a:gs pos="100000">
              <a:schemeClr val="phClr">
                <a:shade val="88000"/>
                <a:lumMod val="98000"/>
              </a:schemeClr>
            </a:gs>
          </a:gsLst>
          <a:lin ang="5400000" scaled="0"/>
        </a:gradFill>
        <a:blipFill>
          <a:blip xmlns:r="http://schemas.openxmlformats.org/officeDocument/2006/relationships" r:embed="rId2"/>
          <a:stretch/>
        </a:blip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rganic" id="{28CDC826-8792-45C0-861B-85EB3ADEDA33}" vid="{7DAC20F1-423D-49E2-BD0B-50532748BAD0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{0C0C6821-3811-124C-9C79-CCB636D54A0A}tf10001064</Template>
  <TotalTime>826</TotalTime>
  <Words>423</Words>
  <Application>Microsoft Macintosh PowerPoint</Application>
  <PresentationFormat>Widescreen</PresentationFormat>
  <Paragraphs>35</Paragraphs>
  <Slides>8</Slides>
  <Notes>3</Notes>
  <HiddenSlides>0</HiddenSlides>
  <MMClips>0</MMClips>
  <ScaleCrop>false</ScaleCrop>
  <HeadingPairs>
    <vt:vector size="6" baseType="variant">
      <vt:variant>
        <vt:lpstr>Fonts Used</vt:lpstr>
      </vt:variant>
      <vt:variant>
        <vt:i4>4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8</vt:i4>
      </vt:variant>
    </vt:vector>
  </HeadingPairs>
  <TitlesOfParts>
    <vt:vector size="13" baseType="lpstr">
      <vt:lpstr>Arial</vt:lpstr>
      <vt:lpstr>Calibri</vt:lpstr>
      <vt:lpstr>Consolas</vt:lpstr>
      <vt:lpstr>Garamond</vt:lpstr>
      <vt:lpstr>Organic</vt:lpstr>
      <vt:lpstr>Healthy Heart</vt:lpstr>
      <vt:lpstr>Introduction</vt:lpstr>
      <vt:lpstr>Based on this boxplot people who are having heart disease they are also having BP.</vt:lpstr>
      <vt:lpstr>Maximum heart rate based on our ‘Age’. Maximum heart rate is around 220 beats per minute.</vt:lpstr>
      <vt:lpstr>Age plays main key role in any diseases. </vt:lpstr>
      <vt:lpstr>Models and accuracy</vt:lpstr>
      <vt:lpstr>PowerPoint Presentation</vt:lpstr>
      <vt:lpstr>PowerPoint Presentation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Employee Attrition Data</dc:title>
  <dc:creator>Rajesh Reddy Palaparthi</dc:creator>
  <cp:lastModifiedBy>Rajesh Reddy Palaparthi</cp:lastModifiedBy>
  <cp:revision>16</cp:revision>
  <dcterms:created xsi:type="dcterms:W3CDTF">2021-09-26T12:52:06Z</dcterms:created>
  <dcterms:modified xsi:type="dcterms:W3CDTF">2022-01-20T23:10:37Z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MSIP_Label_52d06e56-1756-4005-87f1-1edc72dd4bdf_Enabled">
    <vt:lpwstr>true</vt:lpwstr>
  </property>
  <property fmtid="{D5CDD505-2E9C-101B-9397-08002B2CF9AE}" pid="3" name="MSIP_Label_52d06e56-1756-4005-87f1-1edc72dd4bdf_SetDate">
    <vt:lpwstr>2021-09-26T12:52:10Z</vt:lpwstr>
  </property>
  <property fmtid="{D5CDD505-2E9C-101B-9397-08002B2CF9AE}" pid="4" name="MSIP_Label_52d06e56-1756-4005-87f1-1edc72dd4bdf_Method">
    <vt:lpwstr>Standard</vt:lpwstr>
  </property>
  <property fmtid="{D5CDD505-2E9C-101B-9397-08002B2CF9AE}" pid="5" name="MSIP_Label_52d06e56-1756-4005-87f1-1edc72dd4bdf_Name">
    <vt:lpwstr>General</vt:lpwstr>
  </property>
  <property fmtid="{D5CDD505-2E9C-101B-9397-08002B2CF9AE}" pid="6" name="MSIP_Label_52d06e56-1756-4005-87f1-1edc72dd4bdf_SiteId">
    <vt:lpwstr>9026c5f4-86d0-4b9f-bd39-b7d4d0fb4674</vt:lpwstr>
  </property>
  <property fmtid="{D5CDD505-2E9C-101B-9397-08002B2CF9AE}" pid="7" name="MSIP_Label_52d06e56-1756-4005-87f1-1edc72dd4bdf_ActionId">
    <vt:lpwstr>bfbfbfae-6382-4563-bd72-b196656f7994</vt:lpwstr>
  </property>
  <property fmtid="{D5CDD505-2E9C-101B-9397-08002B2CF9AE}" pid="8" name="MSIP_Label_52d06e56-1756-4005-87f1-1edc72dd4bdf_ContentBits">
    <vt:lpwstr>0</vt:lpwstr>
  </property>
</Properties>
</file>